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805" r:id="rId2"/>
  </p:sldMasterIdLst>
  <p:notesMasterIdLst>
    <p:notesMasterId r:id="rId20"/>
  </p:notesMasterIdLst>
  <p:handoutMasterIdLst>
    <p:handoutMasterId r:id="rId21"/>
  </p:handoutMasterIdLst>
  <p:sldIdLst>
    <p:sldId id="312" r:id="rId3"/>
    <p:sldId id="293" r:id="rId4"/>
    <p:sldId id="294" r:id="rId5"/>
    <p:sldId id="309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10" r:id="rId16"/>
    <p:sldId id="313" r:id="rId17"/>
    <p:sldId id="306" r:id="rId18"/>
    <p:sldId id="264" r:id="rId19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55FECB-771B-7C46-9AB2-8C02572A98CD}" v="65" dt="2021-12-08T03:51:54.7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3" autoAdjust="0"/>
    <p:restoredTop sz="92448" autoAdjust="0"/>
  </p:normalViewPr>
  <p:slideViewPr>
    <p:cSldViewPr snapToGrid="0">
      <p:cViewPr varScale="1">
        <p:scale>
          <a:sx n="97" d="100"/>
          <a:sy n="97" d="100"/>
        </p:scale>
        <p:origin x="216" y="86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1776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gs" Target="tags/tag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rayami Kurayami" userId="cf86d4f74176d0bb" providerId="LiveId" clId="{1C55FECB-771B-7C46-9AB2-8C02572A98CD}"/>
    <pc:docChg chg="modSld">
      <pc:chgData name="Kurayami Kurayami" userId="cf86d4f74176d0bb" providerId="LiveId" clId="{1C55FECB-771B-7C46-9AB2-8C02572A98CD}" dt="2021-12-08T03:51:54.774" v="65"/>
      <pc:docMkLst>
        <pc:docMk/>
      </pc:docMkLst>
      <pc:sldChg chg="modAnim">
        <pc:chgData name="Kurayami Kurayami" userId="cf86d4f74176d0bb" providerId="LiveId" clId="{1C55FECB-771B-7C46-9AB2-8C02572A98CD}" dt="2021-12-08T03:41:11.473" v="5"/>
        <pc:sldMkLst>
          <pc:docMk/>
          <pc:sldMk cId="661300850" sldId="294"/>
        </pc:sldMkLst>
      </pc:sldChg>
      <pc:sldChg chg="modAnim">
        <pc:chgData name="Kurayami Kurayami" userId="cf86d4f74176d0bb" providerId="LiveId" clId="{1C55FECB-771B-7C46-9AB2-8C02572A98CD}" dt="2021-12-08T03:43:08.565" v="19"/>
        <pc:sldMkLst>
          <pc:docMk/>
          <pc:sldMk cId="2719583625" sldId="295"/>
        </pc:sldMkLst>
      </pc:sldChg>
      <pc:sldChg chg="modAnim">
        <pc:chgData name="Kurayami Kurayami" userId="cf86d4f74176d0bb" providerId="LiveId" clId="{1C55FECB-771B-7C46-9AB2-8C02572A98CD}" dt="2021-12-08T03:43:27.324" v="21"/>
        <pc:sldMkLst>
          <pc:docMk/>
          <pc:sldMk cId="2947502889" sldId="296"/>
        </pc:sldMkLst>
      </pc:sldChg>
      <pc:sldChg chg="modAnim">
        <pc:chgData name="Kurayami Kurayami" userId="cf86d4f74176d0bb" providerId="LiveId" clId="{1C55FECB-771B-7C46-9AB2-8C02572A98CD}" dt="2021-12-08T03:45:28.264" v="31"/>
        <pc:sldMkLst>
          <pc:docMk/>
          <pc:sldMk cId="95480026" sldId="297"/>
        </pc:sldMkLst>
      </pc:sldChg>
      <pc:sldChg chg="modAnim">
        <pc:chgData name="Kurayami Kurayami" userId="cf86d4f74176d0bb" providerId="LiveId" clId="{1C55FECB-771B-7C46-9AB2-8C02572A98CD}" dt="2021-12-08T03:46:22.743" v="37"/>
        <pc:sldMkLst>
          <pc:docMk/>
          <pc:sldMk cId="3865732887" sldId="298"/>
        </pc:sldMkLst>
      </pc:sldChg>
      <pc:sldChg chg="modAnim">
        <pc:chgData name="Kurayami Kurayami" userId="cf86d4f74176d0bb" providerId="LiveId" clId="{1C55FECB-771B-7C46-9AB2-8C02572A98CD}" dt="2021-12-08T03:47:01.051" v="41"/>
        <pc:sldMkLst>
          <pc:docMk/>
          <pc:sldMk cId="2252746396" sldId="299"/>
        </pc:sldMkLst>
      </pc:sldChg>
      <pc:sldChg chg="modAnim">
        <pc:chgData name="Kurayami Kurayami" userId="cf86d4f74176d0bb" providerId="LiveId" clId="{1C55FECB-771B-7C46-9AB2-8C02572A98CD}" dt="2021-12-08T03:48:25.811" v="47"/>
        <pc:sldMkLst>
          <pc:docMk/>
          <pc:sldMk cId="2860532846" sldId="300"/>
        </pc:sldMkLst>
      </pc:sldChg>
      <pc:sldChg chg="modAnim">
        <pc:chgData name="Kurayami Kurayami" userId="cf86d4f74176d0bb" providerId="LiveId" clId="{1C55FECB-771B-7C46-9AB2-8C02572A98CD}" dt="2021-12-08T03:49:23.108" v="51"/>
        <pc:sldMkLst>
          <pc:docMk/>
          <pc:sldMk cId="1069870908" sldId="301"/>
        </pc:sldMkLst>
      </pc:sldChg>
      <pc:sldChg chg="modAnim">
        <pc:chgData name="Kurayami Kurayami" userId="cf86d4f74176d0bb" providerId="LiveId" clId="{1C55FECB-771B-7C46-9AB2-8C02572A98CD}" dt="2021-12-08T03:50:21.012" v="56"/>
        <pc:sldMkLst>
          <pc:docMk/>
          <pc:sldMk cId="4195741092" sldId="302"/>
        </pc:sldMkLst>
      </pc:sldChg>
      <pc:sldChg chg="modAnim">
        <pc:chgData name="Kurayami Kurayami" userId="cf86d4f74176d0bb" providerId="LiveId" clId="{1C55FECB-771B-7C46-9AB2-8C02572A98CD}" dt="2021-12-08T03:51:04.006" v="60"/>
        <pc:sldMkLst>
          <pc:docMk/>
          <pc:sldMk cId="1342554236" sldId="303"/>
        </pc:sldMkLst>
      </pc:sldChg>
      <pc:sldChg chg="modAnim">
        <pc:chgData name="Kurayami Kurayami" userId="cf86d4f74176d0bb" providerId="LiveId" clId="{1C55FECB-771B-7C46-9AB2-8C02572A98CD}" dt="2021-12-08T03:51:54.774" v="65"/>
        <pc:sldMkLst>
          <pc:docMk/>
          <pc:sldMk cId="606954076" sldId="306"/>
        </pc:sldMkLst>
      </pc:sldChg>
      <pc:sldChg chg="modSp mod modAnim">
        <pc:chgData name="Kurayami Kurayami" userId="cf86d4f74176d0bb" providerId="LiveId" clId="{1C55FECB-771B-7C46-9AB2-8C02572A98CD}" dt="2021-12-08T03:41:52.113" v="10" actId="688"/>
        <pc:sldMkLst>
          <pc:docMk/>
          <pc:sldMk cId="446688818" sldId="309"/>
        </pc:sldMkLst>
        <pc:picChg chg="mod">
          <ac:chgData name="Kurayami Kurayami" userId="cf86d4f74176d0bb" providerId="LiveId" clId="{1C55FECB-771B-7C46-9AB2-8C02572A98CD}" dt="2021-12-08T03:41:52.113" v="10" actId="688"/>
          <ac:picMkLst>
            <pc:docMk/>
            <pc:sldMk cId="446688818" sldId="309"/>
            <ac:picMk id="33" creationId="{C686DA54-8E15-4065-A82C-12E1C7436101}"/>
          </ac:picMkLst>
        </pc:picChg>
      </pc:sldChg>
      <pc:sldChg chg="modAnim">
        <pc:chgData name="Kurayami Kurayami" userId="cf86d4f74176d0bb" providerId="LiveId" clId="{1C55FECB-771B-7C46-9AB2-8C02572A98CD}" dt="2021-12-08T03:51:31.513" v="63"/>
        <pc:sldMkLst>
          <pc:docMk/>
          <pc:sldMk cId="3388287384" sldId="310"/>
        </pc:sldMkLst>
      </pc:sldChg>
    </pc:docChg>
  </pc:docChgLst>
  <pc:docChgLst>
    <pc:chgData name="Kurayami Kurayami" userId="cf86d4f74176d0bb" providerId="LiveId" clId="{85D70D0E-78D5-4747-8283-6956A19F9A1B}"/>
    <pc:docChg chg="undo custSel addSld delSld modSld">
      <pc:chgData name="Kurayami Kurayami" userId="cf86d4f74176d0bb" providerId="LiveId" clId="{85D70D0E-78D5-4747-8283-6956A19F9A1B}" dt="2021-09-14T18:06:20.386" v="423" actId="1076"/>
      <pc:docMkLst>
        <pc:docMk/>
      </pc:docMkLst>
      <pc:sldChg chg="del">
        <pc:chgData name="Kurayami Kurayami" userId="cf86d4f74176d0bb" providerId="LiveId" clId="{85D70D0E-78D5-4747-8283-6956A19F9A1B}" dt="2021-09-14T10:24:26.153" v="1" actId="2696"/>
        <pc:sldMkLst>
          <pc:docMk/>
          <pc:sldMk cId="3688520819" sldId="258"/>
        </pc:sldMkLst>
      </pc:sldChg>
      <pc:sldChg chg="addSp modSp mod modClrScheme chgLayout">
        <pc:chgData name="Kurayami Kurayami" userId="cf86d4f74176d0bb" providerId="LiveId" clId="{85D70D0E-78D5-4747-8283-6956A19F9A1B}" dt="2021-09-14T16:52:49.609" v="11" actId="207"/>
        <pc:sldMkLst>
          <pc:docMk/>
          <pc:sldMk cId="724260403" sldId="264"/>
        </pc:sldMkLst>
        <pc:spChg chg="add mod ord">
          <ac:chgData name="Kurayami Kurayami" userId="cf86d4f74176d0bb" providerId="LiveId" clId="{85D70D0E-78D5-4747-8283-6956A19F9A1B}" dt="2021-09-14T16:52:19.679" v="6" actId="700"/>
          <ac:spMkLst>
            <pc:docMk/>
            <pc:sldMk cId="724260403" sldId="264"/>
            <ac:spMk id="2" creationId="{CCD0B916-CF04-F64A-82A7-79406E0CB803}"/>
          </ac:spMkLst>
        </pc:spChg>
        <pc:spChg chg="add mod ord">
          <ac:chgData name="Kurayami Kurayami" userId="cf86d4f74176d0bb" providerId="LiveId" clId="{85D70D0E-78D5-4747-8283-6956A19F9A1B}" dt="2021-09-14T16:52:19.679" v="6" actId="700"/>
          <ac:spMkLst>
            <pc:docMk/>
            <pc:sldMk cId="724260403" sldId="264"/>
            <ac:spMk id="3" creationId="{B9906378-26F9-3743-8D79-C267179CC57A}"/>
          </ac:spMkLst>
        </pc:spChg>
        <pc:spChg chg="mod">
          <ac:chgData name="Kurayami Kurayami" userId="cf86d4f74176d0bb" providerId="LiveId" clId="{85D70D0E-78D5-4747-8283-6956A19F9A1B}" dt="2021-09-14T16:52:49.609" v="11" actId="207"/>
          <ac:spMkLst>
            <pc:docMk/>
            <pc:sldMk cId="724260403" sldId="264"/>
            <ac:spMk id="4" creationId="{00000000-0000-0000-0000-000000000000}"/>
          </ac:spMkLst>
        </pc:spChg>
      </pc:sldChg>
      <pc:sldChg chg="addSp modSp mod">
        <pc:chgData name="Kurayami Kurayami" userId="cf86d4f74176d0bb" providerId="LiveId" clId="{85D70D0E-78D5-4747-8283-6956A19F9A1B}" dt="2021-09-14T17:19:12.627" v="26" actId="1076"/>
        <pc:sldMkLst>
          <pc:docMk/>
          <pc:sldMk cId="3533646092" sldId="293"/>
        </pc:sldMkLst>
        <pc:spChg chg="mod">
          <ac:chgData name="Kurayami Kurayami" userId="cf86d4f74176d0bb" providerId="LiveId" clId="{85D70D0E-78D5-4747-8283-6956A19F9A1B}" dt="2021-09-14T17:11:47.141" v="18" actId="207"/>
          <ac:spMkLst>
            <pc:docMk/>
            <pc:sldMk cId="3533646092" sldId="293"/>
            <ac:spMk id="2" creationId="{8BD38C03-C10C-4113-BB9F-46FC6EC253A8}"/>
          </ac:spMkLst>
        </pc:spChg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3533646092" sldId="293"/>
            <ac:spMk id="3" creationId="{76FDB647-BF60-B640-BC85-1CC5D6D9E3B0}"/>
          </ac:spMkLst>
        </pc:spChg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3533646092" sldId="293"/>
            <ac:spMk id="4" creationId="{CA2F8012-1154-1646-AD87-84E1B543063C}"/>
          </ac:spMkLst>
        </pc:spChg>
        <pc:spChg chg="mod">
          <ac:chgData name="Kurayami Kurayami" userId="cf86d4f74176d0bb" providerId="LiveId" clId="{85D70D0E-78D5-4747-8283-6956A19F9A1B}" dt="2021-09-14T17:18:57.559" v="23" actId="14100"/>
          <ac:spMkLst>
            <pc:docMk/>
            <pc:sldMk cId="3533646092" sldId="293"/>
            <ac:spMk id="9" creationId="{00000000-0000-0000-0000-000000000000}"/>
          </ac:spMkLst>
        </pc:spChg>
        <pc:spChg chg="mod">
          <ac:chgData name="Kurayami Kurayami" userId="cf86d4f74176d0bb" providerId="LiveId" clId="{85D70D0E-78D5-4747-8283-6956A19F9A1B}" dt="2021-09-14T17:11:47.141" v="18" actId="207"/>
          <ac:spMkLst>
            <pc:docMk/>
            <pc:sldMk cId="3533646092" sldId="293"/>
            <ac:spMk id="23" creationId="{8AE391CB-E4DF-40BE-B0EB-485B4CB3A7F3}"/>
          </ac:spMkLst>
        </pc:spChg>
        <pc:spChg chg="mod">
          <ac:chgData name="Kurayami Kurayami" userId="cf86d4f74176d0bb" providerId="LiveId" clId="{85D70D0E-78D5-4747-8283-6956A19F9A1B}" dt="2021-09-14T17:19:12.627" v="26" actId="1076"/>
          <ac:spMkLst>
            <pc:docMk/>
            <pc:sldMk cId="3533646092" sldId="293"/>
            <ac:spMk id="24" creationId="{8E35FCB7-4E4E-4142-8395-0B9DD0F8FDE6}"/>
          </ac:spMkLst>
        </pc:spChg>
        <pc:spChg chg="mod">
          <ac:chgData name="Kurayami Kurayami" userId="cf86d4f74176d0bb" providerId="LiveId" clId="{85D70D0E-78D5-4747-8283-6956A19F9A1B}" dt="2021-09-14T17:11:47.141" v="18" actId="207"/>
          <ac:spMkLst>
            <pc:docMk/>
            <pc:sldMk cId="3533646092" sldId="293"/>
            <ac:spMk id="25" creationId="{3F4E5BA0-1C66-48BA-A8EA-A0ECB33DE74A}"/>
          </ac:spMkLst>
        </pc:spChg>
        <pc:spChg chg="mod">
          <ac:chgData name="Kurayami Kurayami" userId="cf86d4f74176d0bb" providerId="LiveId" clId="{85D70D0E-78D5-4747-8283-6956A19F9A1B}" dt="2021-09-14T17:11:47.141" v="18" actId="207"/>
          <ac:spMkLst>
            <pc:docMk/>
            <pc:sldMk cId="3533646092" sldId="293"/>
            <ac:spMk id="28" creationId="{6ACD47E3-F25E-42A2-AADC-5C1592165D0C}"/>
          </ac:spMkLst>
        </pc:spChg>
        <pc:spChg chg="mod">
          <ac:chgData name="Kurayami Kurayami" userId="cf86d4f74176d0bb" providerId="LiveId" clId="{85D70D0E-78D5-4747-8283-6956A19F9A1B}" dt="2021-09-14T17:11:47.141" v="18" actId="207"/>
          <ac:spMkLst>
            <pc:docMk/>
            <pc:sldMk cId="3533646092" sldId="293"/>
            <ac:spMk id="29" creationId="{224440FD-4ED4-4EB4-AC33-CE156A9B4969}"/>
          </ac:spMkLst>
        </pc:spChg>
        <pc:spChg chg="mod">
          <ac:chgData name="Kurayami Kurayami" userId="cf86d4f74176d0bb" providerId="LiveId" clId="{85D70D0E-78D5-4747-8283-6956A19F9A1B}" dt="2021-09-14T17:12:37.772" v="20" actId="207"/>
          <ac:spMkLst>
            <pc:docMk/>
            <pc:sldMk cId="3533646092" sldId="293"/>
            <ac:spMk id="30" creationId="{45BE4D55-F6CE-4E64-B3D9-29E7BAB9371C}"/>
          </ac:spMkLst>
        </pc:spChg>
        <pc:spChg chg="mod">
          <ac:chgData name="Kurayami Kurayami" userId="cf86d4f74176d0bb" providerId="LiveId" clId="{85D70D0E-78D5-4747-8283-6956A19F9A1B}" dt="2021-09-14T17:12:37.772" v="20" actId="207"/>
          <ac:spMkLst>
            <pc:docMk/>
            <pc:sldMk cId="3533646092" sldId="293"/>
            <ac:spMk id="31" creationId="{A13753E6-D909-40AD-8424-3F770EC72BCF}"/>
          </ac:spMkLst>
        </pc:spChg>
        <pc:spChg chg="add mod">
          <ac:chgData name="Kurayami Kurayami" userId="cf86d4f74176d0bb" providerId="LiveId" clId="{85D70D0E-78D5-4747-8283-6956A19F9A1B}" dt="2021-09-14T17:11:34.631" v="16" actId="571"/>
          <ac:spMkLst>
            <pc:docMk/>
            <pc:sldMk cId="3533646092" sldId="293"/>
            <ac:spMk id="32" creationId="{28F26634-A32F-F740-B50C-CF27FB965505}"/>
          </ac:spMkLst>
        </pc:spChg>
        <pc:spChg chg="mod">
          <ac:chgData name="Kurayami Kurayami" userId="cf86d4f74176d0bb" providerId="LiveId" clId="{85D70D0E-78D5-4747-8283-6956A19F9A1B}" dt="2021-09-14T17:12:37.772" v="20" actId="207"/>
          <ac:spMkLst>
            <pc:docMk/>
            <pc:sldMk cId="3533646092" sldId="293"/>
            <ac:spMk id="33" creationId="{C897A06A-36F3-40D5-9B0D-C0D31B90BED0}"/>
          </ac:spMkLst>
        </pc:spChg>
        <pc:spChg chg="mod">
          <ac:chgData name="Kurayami Kurayami" userId="cf86d4f74176d0bb" providerId="LiveId" clId="{85D70D0E-78D5-4747-8283-6956A19F9A1B}" dt="2021-09-14T17:12:37.772" v="20" actId="207"/>
          <ac:spMkLst>
            <pc:docMk/>
            <pc:sldMk cId="3533646092" sldId="293"/>
            <ac:spMk id="34" creationId="{44F08081-0266-43EE-8035-61CD90375D12}"/>
          </ac:spMkLst>
        </pc:spChg>
        <pc:spChg chg="mod">
          <ac:chgData name="Kurayami Kurayami" userId="cf86d4f74176d0bb" providerId="LiveId" clId="{85D70D0E-78D5-4747-8283-6956A19F9A1B}" dt="2021-09-14T17:12:37.772" v="20" actId="207"/>
          <ac:spMkLst>
            <pc:docMk/>
            <pc:sldMk cId="3533646092" sldId="293"/>
            <ac:spMk id="35" creationId="{5A174701-6E3B-452C-9CE0-15A11E34006E}"/>
          </ac:spMkLst>
        </pc:spChg>
        <pc:spChg chg="mod">
          <ac:chgData name="Kurayami Kurayami" userId="cf86d4f74176d0bb" providerId="LiveId" clId="{85D70D0E-78D5-4747-8283-6956A19F9A1B}" dt="2021-09-14T17:12:37.772" v="20" actId="207"/>
          <ac:spMkLst>
            <pc:docMk/>
            <pc:sldMk cId="3533646092" sldId="293"/>
            <ac:spMk id="36" creationId="{9DB8C552-3EE7-4B19-857F-8094B497E429}"/>
          </ac:spMkLst>
        </pc:spChg>
        <pc:spChg chg="add mod">
          <ac:chgData name="Kurayami Kurayami" userId="cf86d4f74176d0bb" providerId="LiveId" clId="{85D70D0E-78D5-4747-8283-6956A19F9A1B}" dt="2021-09-14T17:19:05.929" v="25" actId="571"/>
          <ac:spMkLst>
            <pc:docMk/>
            <pc:sldMk cId="3533646092" sldId="293"/>
            <ac:spMk id="37" creationId="{F251117D-C94E-BE45-9D66-B74B4272B03D}"/>
          </ac:spMkLst>
        </pc:spChg>
      </pc:sldChg>
      <pc:sldChg chg="addSp delSp modSp mod delAnim modAnim">
        <pc:chgData name="Kurayami Kurayami" userId="cf86d4f74176d0bb" providerId="LiveId" clId="{85D70D0E-78D5-4747-8283-6956A19F9A1B}" dt="2021-09-14T17:21:43.572" v="64" actId="1036"/>
        <pc:sldMkLst>
          <pc:docMk/>
          <pc:sldMk cId="661300850" sldId="294"/>
        </pc:sldMkLst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661300850" sldId="294"/>
            <ac:spMk id="2" creationId="{6DDE039B-77D6-E540-95EC-A64986595A03}"/>
          </ac:spMkLst>
        </pc:spChg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661300850" sldId="294"/>
            <ac:spMk id="3" creationId="{29B5EF81-7542-0B4B-A15F-B04488C58F52}"/>
          </ac:spMkLst>
        </pc:spChg>
        <pc:spChg chg="mod">
          <ac:chgData name="Kurayami Kurayami" userId="cf86d4f74176d0bb" providerId="LiveId" clId="{85D70D0E-78D5-4747-8283-6956A19F9A1B}" dt="2021-09-14T17:21:43.572" v="64" actId="1036"/>
          <ac:spMkLst>
            <pc:docMk/>
            <pc:sldMk cId="661300850" sldId="294"/>
            <ac:spMk id="9" creationId="{00000000-0000-0000-0000-000000000000}"/>
          </ac:spMkLst>
        </pc:spChg>
        <pc:spChg chg="del mod">
          <ac:chgData name="Kurayami Kurayami" userId="cf86d4f74176d0bb" providerId="LiveId" clId="{85D70D0E-78D5-4747-8283-6956A19F9A1B}" dt="2021-09-14T17:20:12.600" v="32" actId="478"/>
          <ac:spMkLst>
            <pc:docMk/>
            <pc:sldMk cId="661300850" sldId="294"/>
            <ac:spMk id="18" creationId="{C1B7BF3B-D6CF-45A3-B9AA-096C740012D9}"/>
          </ac:spMkLst>
        </pc:spChg>
        <pc:spChg chg="del mod">
          <ac:chgData name="Kurayami Kurayami" userId="cf86d4f74176d0bb" providerId="LiveId" clId="{85D70D0E-78D5-4747-8283-6956A19F9A1B}" dt="2021-09-14T17:20:16.656" v="33" actId="478"/>
          <ac:spMkLst>
            <pc:docMk/>
            <pc:sldMk cId="661300850" sldId="294"/>
            <ac:spMk id="19" creationId="{73829CD0-757E-4E1A-821C-3AAD9E2B7A4A}"/>
          </ac:spMkLst>
        </pc:spChg>
        <pc:spChg chg="mod">
          <ac:chgData name="Kurayami Kurayami" userId="cf86d4f74176d0bb" providerId="LiveId" clId="{85D70D0E-78D5-4747-8283-6956A19F9A1B}" dt="2021-09-14T17:19:35.254" v="28" actId="403"/>
          <ac:spMkLst>
            <pc:docMk/>
            <pc:sldMk cId="661300850" sldId="294"/>
            <ac:spMk id="20" creationId="{8FE0BD54-984D-F94D-9EC2-A5F2F7F84143}"/>
          </ac:spMkLst>
        </pc:spChg>
        <pc:spChg chg="mod">
          <ac:chgData name="Kurayami Kurayami" userId="cf86d4f74176d0bb" providerId="LiveId" clId="{85D70D0E-78D5-4747-8283-6956A19F9A1B}" dt="2021-09-14T17:21:43.572" v="64" actId="1036"/>
          <ac:spMkLst>
            <pc:docMk/>
            <pc:sldMk cId="661300850" sldId="294"/>
            <ac:spMk id="21" creationId="{886B89D3-3360-4B7E-B0D7-C81E8D8E8574}"/>
          </ac:spMkLst>
        </pc:spChg>
        <pc:spChg chg="mod">
          <ac:chgData name="Kurayami Kurayami" userId="cf86d4f74176d0bb" providerId="LiveId" clId="{85D70D0E-78D5-4747-8283-6956A19F9A1B}" dt="2021-09-14T17:21:43.572" v="64" actId="1036"/>
          <ac:spMkLst>
            <pc:docMk/>
            <pc:sldMk cId="661300850" sldId="294"/>
            <ac:spMk id="24" creationId="{61B90F61-6055-49E3-A149-D5EE8D90DF70}"/>
          </ac:spMkLst>
        </pc:spChg>
        <pc:spChg chg="add mod">
          <ac:chgData name="Kurayami Kurayami" userId="cf86d4f74176d0bb" providerId="LiveId" clId="{85D70D0E-78D5-4747-8283-6956A19F9A1B}" dt="2021-09-14T17:20:34.832" v="38" actId="571"/>
          <ac:spMkLst>
            <pc:docMk/>
            <pc:sldMk cId="661300850" sldId="294"/>
            <ac:spMk id="25" creationId="{2A3C9A76-C77F-EC41-AA65-4C95A5986F48}"/>
          </ac:spMkLst>
        </pc:spChg>
        <pc:spChg chg="add mod">
          <ac:chgData name="Kurayami Kurayami" userId="cf86d4f74176d0bb" providerId="LiveId" clId="{85D70D0E-78D5-4747-8283-6956A19F9A1B}" dt="2021-09-14T17:20:40.463" v="40" actId="571"/>
          <ac:spMkLst>
            <pc:docMk/>
            <pc:sldMk cId="661300850" sldId="294"/>
            <ac:spMk id="26" creationId="{AEDEF6FD-ECF9-B14C-AAB0-381E6671E3C5}"/>
          </ac:spMkLst>
        </pc:spChg>
        <pc:spChg chg="mod">
          <ac:chgData name="Kurayami Kurayami" userId="cf86d4f74176d0bb" providerId="LiveId" clId="{85D70D0E-78D5-4747-8283-6956A19F9A1B}" dt="2021-09-14T17:21:43.572" v="64" actId="1036"/>
          <ac:spMkLst>
            <pc:docMk/>
            <pc:sldMk cId="661300850" sldId="294"/>
            <ac:spMk id="27" creationId="{00000000-0000-0000-0000-000000000000}"/>
          </ac:spMkLst>
        </pc:spChg>
        <pc:spChg chg="add mod">
          <ac:chgData name="Kurayami Kurayami" userId="cf86d4f74176d0bb" providerId="LiveId" clId="{85D70D0E-78D5-4747-8283-6956A19F9A1B}" dt="2021-09-14T17:20:45.251" v="42" actId="571"/>
          <ac:spMkLst>
            <pc:docMk/>
            <pc:sldMk cId="661300850" sldId="294"/>
            <ac:spMk id="29" creationId="{A148778D-7F17-9742-9AC6-834810B2DB13}"/>
          </ac:spMkLst>
        </pc:spChg>
        <pc:spChg chg="mod">
          <ac:chgData name="Kurayami Kurayami" userId="cf86d4f74176d0bb" providerId="LiveId" clId="{85D70D0E-78D5-4747-8283-6956A19F9A1B}" dt="2021-09-14T17:21:43.572" v="64" actId="1036"/>
          <ac:spMkLst>
            <pc:docMk/>
            <pc:sldMk cId="661300850" sldId="294"/>
            <ac:spMk id="30" creationId="{923F4E9E-8CE6-46FF-9CE9-5E6ADF3BEC56}"/>
          </ac:spMkLst>
        </pc:spChg>
        <pc:spChg chg="mod">
          <ac:chgData name="Kurayami Kurayami" userId="cf86d4f74176d0bb" providerId="LiveId" clId="{85D70D0E-78D5-4747-8283-6956A19F9A1B}" dt="2021-09-14T17:21:43.572" v="64" actId="1036"/>
          <ac:spMkLst>
            <pc:docMk/>
            <pc:sldMk cId="661300850" sldId="294"/>
            <ac:spMk id="31" creationId="{A4D708CD-0566-44C8-BE53-EFCEE07E9974}"/>
          </ac:spMkLst>
        </pc:spChg>
        <pc:spChg chg="add mod">
          <ac:chgData name="Kurayami Kurayami" userId="cf86d4f74176d0bb" providerId="LiveId" clId="{85D70D0E-78D5-4747-8283-6956A19F9A1B}" dt="2021-09-14T17:21:05.885" v="45" actId="571"/>
          <ac:spMkLst>
            <pc:docMk/>
            <pc:sldMk cId="661300850" sldId="294"/>
            <ac:spMk id="32" creationId="{F60F1849-789D-BF4E-A948-3521B99D4CCC}"/>
          </ac:spMkLst>
        </pc:spChg>
        <pc:spChg chg="add mod">
          <ac:chgData name="Kurayami Kurayami" userId="cf86d4f74176d0bb" providerId="LiveId" clId="{85D70D0E-78D5-4747-8283-6956A19F9A1B}" dt="2021-09-14T17:21:10.221" v="47" actId="571"/>
          <ac:spMkLst>
            <pc:docMk/>
            <pc:sldMk cId="661300850" sldId="294"/>
            <ac:spMk id="33" creationId="{91FF025B-6E00-9E4B-8FC1-202BDC836F71}"/>
          </ac:spMkLst>
        </pc:spChg>
        <pc:spChg chg="add mod">
          <ac:chgData name="Kurayami Kurayami" userId="cf86d4f74176d0bb" providerId="LiveId" clId="{85D70D0E-78D5-4747-8283-6956A19F9A1B}" dt="2021-09-14T17:21:15.344" v="49" actId="571"/>
          <ac:spMkLst>
            <pc:docMk/>
            <pc:sldMk cId="661300850" sldId="294"/>
            <ac:spMk id="34" creationId="{917CE97A-0E0C-5A41-9951-AA7C17CC2DE1}"/>
          </ac:spMkLst>
        </pc:spChg>
        <pc:spChg chg="add mod">
          <ac:chgData name="Kurayami Kurayami" userId="cf86d4f74176d0bb" providerId="LiveId" clId="{85D70D0E-78D5-4747-8283-6956A19F9A1B}" dt="2021-09-14T17:21:20.165" v="51" actId="571"/>
          <ac:spMkLst>
            <pc:docMk/>
            <pc:sldMk cId="661300850" sldId="294"/>
            <ac:spMk id="35" creationId="{19573ECC-792B-134B-A475-A5F47353FCAF}"/>
          </ac:spMkLst>
        </pc:spChg>
      </pc:sldChg>
      <pc:sldChg chg="addSp modSp mod modAnim">
        <pc:chgData name="Kurayami Kurayami" userId="cf86d4f74176d0bb" providerId="LiveId" clId="{85D70D0E-78D5-4747-8283-6956A19F9A1B}" dt="2021-09-14T17:23:30.538" v="119" actId="571"/>
        <pc:sldMkLst>
          <pc:docMk/>
          <pc:sldMk cId="2719583625" sldId="295"/>
        </pc:sldMkLst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2719583625" sldId="295"/>
            <ac:spMk id="3" creationId="{43C46153-662A-7D43-AF8F-CBAC8D11615E}"/>
          </ac:spMkLst>
        </pc:spChg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2719583625" sldId="295"/>
            <ac:spMk id="5" creationId="{7143DD36-E3C0-9549-A142-91757464A8BF}"/>
          </ac:spMkLst>
        </pc:spChg>
        <pc:spChg chg="mod">
          <ac:chgData name="Kurayami Kurayami" userId="cf86d4f74176d0bb" providerId="LiveId" clId="{85D70D0E-78D5-4747-8283-6956A19F9A1B}" dt="2021-09-14T17:23:21.155" v="117" actId="1076"/>
          <ac:spMkLst>
            <pc:docMk/>
            <pc:sldMk cId="2719583625" sldId="295"/>
            <ac:spMk id="9" creationId="{00000000-0000-0000-0000-000000000000}"/>
          </ac:spMkLst>
        </pc:spChg>
        <pc:spChg chg="mod">
          <ac:chgData name="Kurayami Kurayami" userId="cf86d4f74176d0bb" providerId="LiveId" clId="{85D70D0E-78D5-4747-8283-6956A19F9A1B}" dt="2021-09-14T17:23:21.155" v="117" actId="1076"/>
          <ac:spMkLst>
            <pc:docMk/>
            <pc:sldMk cId="2719583625" sldId="295"/>
            <ac:spMk id="18" creationId="{B47A547C-3BC7-4EC2-A002-1CB10E7CE0C6}"/>
          </ac:spMkLst>
        </pc:spChg>
        <pc:spChg chg="mod">
          <ac:chgData name="Kurayami Kurayami" userId="cf86d4f74176d0bb" providerId="LiveId" clId="{85D70D0E-78D5-4747-8283-6956A19F9A1B}" dt="2021-09-14T17:23:21.155" v="117" actId="1076"/>
          <ac:spMkLst>
            <pc:docMk/>
            <pc:sldMk cId="2719583625" sldId="295"/>
            <ac:spMk id="19" creationId="{100A8CAD-E762-4E77-8984-F651298ED1C2}"/>
          </ac:spMkLst>
        </pc:spChg>
        <pc:spChg chg="add mod">
          <ac:chgData name="Kurayami Kurayami" userId="cf86d4f74176d0bb" providerId="LiveId" clId="{85D70D0E-78D5-4747-8283-6956A19F9A1B}" dt="2021-09-14T17:23:30.538" v="119" actId="571"/>
          <ac:spMkLst>
            <pc:docMk/>
            <pc:sldMk cId="2719583625" sldId="295"/>
            <ac:spMk id="25" creationId="{48AF2789-EB70-C948-A7DA-01BCC5A9721C}"/>
          </ac:spMkLst>
        </pc:spChg>
        <pc:spChg chg="mod">
          <ac:chgData name="Kurayami Kurayami" userId="cf86d4f74176d0bb" providerId="LiveId" clId="{85D70D0E-78D5-4747-8283-6956A19F9A1B}" dt="2021-09-14T17:23:21.155" v="117" actId="1076"/>
          <ac:spMkLst>
            <pc:docMk/>
            <pc:sldMk cId="2719583625" sldId="295"/>
            <ac:spMk id="27" creationId="{00000000-0000-0000-0000-000000000000}"/>
          </ac:spMkLst>
        </pc:spChg>
        <pc:spChg chg="mod">
          <ac:chgData name="Kurayami Kurayami" userId="cf86d4f74176d0bb" providerId="LiveId" clId="{85D70D0E-78D5-4747-8283-6956A19F9A1B}" dt="2021-09-14T17:23:21.155" v="117" actId="1076"/>
          <ac:spMkLst>
            <pc:docMk/>
            <pc:sldMk cId="2719583625" sldId="295"/>
            <ac:spMk id="28" creationId="{00000000-0000-0000-0000-000000000000}"/>
          </ac:spMkLst>
        </pc:spChg>
        <pc:spChg chg="mod">
          <ac:chgData name="Kurayami Kurayami" userId="cf86d4f74176d0bb" providerId="LiveId" clId="{85D70D0E-78D5-4747-8283-6956A19F9A1B}" dt="2021-09-14T17:23:21.155" v="117" actId="1076"/>
          <ac:spMkLst>
            <pc:docMk/>
            <pc:sldMk cId="2719583625" sldId="295"/>
            <ac:spMk id="29" creationId="{00000000-0000-0000-0000-000000000000}"/>
          </ac:spMkLst>
        </pc:spChg>
      </pc:sldChg>
      <pc:sldChg chg="addSp delSp modSp mod delAnim">
        <pc:chgData name="Kurayami Kurayami" userId="cf86d4f74176d0bb" providerId="LiveId" clId="{85D70D0E-78D5-4747-8283-6956A19F9A1B}" dt="2021-09-14T17:23:55.337" v="122" actId="478"/>
        <pc:sldMkLst>
          <pc:docMk/>
          <pc:sldMk cId="2947502889" sldId="296"/>
        </pc:sldMkLst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2947502889" sldId="296"/>
            <ac:spMk id="2" creationId="{0FF9A3E1-19FE-9840-882A-4FC805116E32}"/>
          </ac:spMkLst>
        </pc:spChg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2947502889" sldId="296"/>
            <ac:spMk id="3" creationId="{D07D2DCF-57B2-E447-8CE9-FB23E937B099}"/>
          </ac:spMkLst>
        </pc:spChg>
        <pc:spChg chg="del mod">
          <ac:chgData name="Kurayami Kurayami" userId="cf86d4f74176d0bb" providerId="LiveId" clId="{85D70D0E-78D5-4747-8283-6956A19F9A1B}" dt="2021-09-14T17:23:55.337" v="122" actId="478"/>
          <ac:spMkLst>
            <pc:docMk/>
            <pc:sldMk cId="2947502889" sldId="296"/>
            <ac:spMk id="9" creationId="{00000000-0000-0000-0000-000000000000}"/>
          </ac:spMkLst>
        </pc:spChg>
        <pc:spChg chg="del mod">
          <ac:chgData name="Kurayami Kurayami" userId="cf86d4f74176d0bb" providerId="LiveId" clId="{85D70D0E-78D5-4747-8283-6956A19F9A1B}" dt="2021-09-14T17:23:55.337" v="122" actId="478"/>
          <ac:spMkLst>
            <pc:docMk/>
            <pc:sldMk cId="2947502889" sldId="296"/>
            <ac:spMk id="27" creationId="{00000000-0000-0000-0000-000000000000}"/>
          </ac:spMkLst>
        </pc:spChg>
      </pc:sldChg>
      <pc:sldChg chg="addSp delSp modSp mod delAnim modAnim">
        <pc:chgData name="Kurayami Kurayami" userId="cf86d4f74176d0bb" providerId="LiveId" clId="{85D70D0E-78D5-4747-8283-6956A19F9A1B}" dt="2021-09-14T17:26:29.868" v="133" actId="207"/>
        <pc:sldMkLst>
          <pc:docMk/>
          <pc:sldMk cId="95480026" sldId="297"/>
        </pc:sldMkLst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95480026" sldId="297"/>
            <ac:spMk id="2" creationId="{6B7D493C-E742-7B46-BFC9-A67812F7BE9D}"/>
          </ac:spMkLst>
        </pc:spChg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95480026" sldId="297"/>
            <ac:spMk id="3" creationId="{9533CBC5-CBA7-C14C-A214-5A7C002DA3FB}"/>
          </ac:spMkLst>
        </pc:spChg>
        <pc:spChg chg="del">
          <ac:chgData name="Kurayami Kurayami" userId="cf86d4f74176d0bb" providerId="LiveId" clId="{85D70D0E-78D5-4747-8283-6956A19F9A1B}" dt="2021-09-14T17:26:12.223" v="127" actId="478"/>
          <ac:spMkLst>
            <pc:docMk/>
            <pc:sldMk cId="95480026" sldId="297"/>
            <ac:spMk id="9" creationId="{00000000-0000-0000-0000-000000000000}"/>
          </ac:spMkLst>
        </pc:spChg>
        <pc:spChg chg="del">
          <ac:chgData name="Kurayami Kurayami" userId="cf86d4f74176d0bb" providerId="LiveId" clId="{85D70D0E-78D5-4747-8283-6956A19F9A1B}" dt="2021-09-14T17:25:00.133" v="123" actId="478"/>
          <ac:spMkLst>
            <pc:docMk/>
            <pc:sldMk cId="95480026" sldId="297"/>
            <ac:spMk id="14" creationId="{CE7028B6-F416-432D-8E30-AE350EA8DD5C}"/>
          </ac:spMkLst>
        </pc:spChg>
        <pc:spChg chg="del">
          <ac:chgData name="Kurayami Kurayami" userId="cf86d4f74176d0bb" providerId="LiveId" clId="{85D70D0E-78D5-4747-8283-6956A19F9A1B}" dt="2021-09-14T17:25:00.133" v="123" actId="478"/>
          <ac:spMkLst>
            <pc:docMk/>
            <pc:sldMk cId="95480026" sldId="297"/>
            <ac:spMk id="17" creationId="{E6F2E00F-7A4A-4972-A494-2C983638AC03}"/>
          </ac:spMkLst>
        </pc:spChg>
        <pc:spChg chg="mod">
          <ac:chgData name="Kurayami Kurayami" userId="cf86d4f74176d0bb" providerId="LiveId" clId="{85D70D0E-78D5-4747-8283-6956A19F9A1B}" dt="2021-09-14T17:26:29.868" v="133" actId="207"/>
          <ac:spMkLst>
            <pc:docMk/>
            <pc:sldMk cId="95480026" sldId="297"/>
            <ac:spMk id="18" creationId="{1FC6CCAE-0235-41E1-91D9-18CCC2DBDADA}"/>
          </ac:spMkLst>
        </pc:spChg>
        <pc:spChg chg="mod">
          <ac:chgData name="Kurayami Kurayami" userId="cf86d4f74176d0bb" providerId="LiveId" clId="{85D70D0E-78D5-4747-8283-6956A19F9A1B}" dt="2021-09-14T17:26:29.868" v="133" actId="207"/>
          <ac:spMkLst>
            <pc:docMk/>
            <pc:sldMk cId="95480026" sldId="297"/>
            <ac:spMk id="19" creationId="{02645E44-A25D-4234-B431-585F7E0EF872}"/>
          </ac:spMkLst>
        </pc:spChg>
        <pc:spChg chg="add mod">
          <ac:chgData name="Kurayami Kurayami" userId="cf86d4f74176d0bb" providerId="LiveId" clId="{85D70D0E-78D5-4747-8283-6956A19F9A1B}" dt="2021-09-14T17:26:22.335" v="130" actId="571"/>
          <ac:spMkLst>
            <pc:docMk/>
            <pc:sldMk cId="95480026" sldId="297"/>
            <ac:spMk id="25" creationId="{F5AE4241-AA15-8D4F-A38B-4496FE200493}"/>
          </ac:spMkLst>
        </pc:spChg>
        <pc:spChg chg="add mod">
          <ac:chgData name="Kurayami Kurayami" userId="cf86d4f74176d0bb" providerId="LiveId" clId="{85D70D0E-78D5-4747-8283-6956A19F9A1B}" dt="2021-09-14T17:26:22.335" v="130" actId="571"/>
          <ac:spMkLst>
            <pc:docMk/>
            <pc:sldMk cId="95480026" sldId="297"/>
            <ac:spMk id="26" creationId="{8794A898-09EA-5741-A49D-F4313F2949A7}"/>
          </ac:spMkLst>
        </pc:spChg>
        <pc:spChg chg="del">
          <ac:chgData name="Kurayami Kurayami" userId="cf86d4f74176d0bb" providerId="LiveId" clId="{85D70D0E-78D5-4747-8283-6956A19F9A1B}" dt="2021-09-14T17:26:14.556" v="128" actId="478"/>
          <ac:spMkLst>
            <pc:docMk/>
            <pc:sldMk cId="95480026" sldId="297"/>
            <ac:spMk id="27" creationId="{00000000-0000-0000-0000-000000000000}"/>
          </ac:spMkLst>
        </pc:spChg>
        <pc:spChg chg="mod">
          <ac:chgData name="Kurayami Kurayami" userId="cf86d4f74176d0bb" providerId="LiveId" clId="{85D70D0E-78D5-4747-8283-6956A19F9A1B}" dt="2021-09-14T17:26:29.868" v="133" actId="207"/>
          <ac:spMkLst>
            <pc:docMk/>
            <pc:sldMk cId="95480026" sldId="297"/>
            <ac:spMk id="28" creationId="{00000000-0000-0000-0000-000000000000}"/>
          </ac:spMkLst>
        </pc:spChg>
        <pc:spChg chg="mod">
          <ac:chgData name="Kurayami Kurayami" userId="cf86d4f74176d0bb" providerId="LiveId" clId="{85D70D0E-78D5-4747-8283-6956A19F9A1B}" dt="2021-09-14T17:26:29.868" v="133" actId="207"/>
          <ac:spMkLst>
            <pc:docMk/>
            <pc:sldMk cId="95480026" sldId="297"/>
            <ac:spMk id="29" creationId="{00000000-0000-0000-0000-000000000000}"/>
          </ac:spMkLst>
        </pc:spChg>
        <pc:spChg chg="add mod">
          <ac:chgData name="Kurayami Kurayami" userId="cf86d4f74176d0bb" providerId="LiveId" clId="{85D70D0E-78D5-4747-8283-6956A19F9A1B}" dt="2021-09-14T17:26:22.335" v="130" actId="571"/>
          <ac:spMkLst>
            <pc:docMk/>
            <pc:sldMk cId="95480026" sldId="297"/>
            <ac:spMk id="30" creationId="{44BD2EC8-20B2-4341-857D-51C0F92F8224}"/>
          </ac:spMkLst>
        </pc:spChg>
        <pc:spChg chg="add mod">
          <ac:chgData name="Kurayami Kurayami" userId="cf86d4f74176d0bb" providerId="LiveId" clId="{85D70D0E-78D5-4747-8283-6956A19F9A1B}" dt="2021-09-14T17:26:22.335" v="130" actId="571"/>
          <ac:spMkLst>
            <pc:docMk/>
            <pc:sldMk cId="95480026" sldId="297"/>
            <ac:spMk id="31" creationId="{D76E9A84-91F1-2641-9DEA-738A914D2C58}"/>
          </ac:spMkLst>
        </pc:spChg>
      </pc:sldChg>
      <pc:sldChg chg="addSp delSp modSp mod delAnim modAnim">
        <pc:chgData name="Kurayami Kurayami" userId="cf86d4f74176d0bb" providerId="LiveId" clId="{85D70D0E-78D5-4747-8283-6956A19F9A1B}" dt="2021-09-14T17:28:16.692" v="143" actId="207"/>
        <pc:sldMkLst>
          <pc:docMk/>
          <pc:sldMk cId="3865732887" sldId="298"/>
        </pc:sldMkLst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3865732887" sldId="298"/>
            <ac:spMk id="2" creationId="{18B45ABB-91D5-004D-BA9E-E56B60EA89C5}"/>
          </ac:spMkLst>
        </pc:spChg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3865732887" sldId="298"/>
            <ac:spMk id="3" creationId="{C298ACEE-3942-9B44-99BC-19B814B18B7D}"/>
          </ac:spMkLst>
        </pc:spChg>
        <pc:spChg chg="mod">
          <ac:chgData name="Kurayami Kurayami" userId="cf86d4f74176d0bb" providerId="LiveId" clId="{85D70D0E-78D5-4747-8283-6956A19F9A1B}" dt="2021-09-14T17:28:16.692" v="143" actId="207"/>
          <ac:spMkLst>
            <pc:docMk/>
            <pc:sldMk cId="3865732887" sldId="298"/>
            <ac:spMk id="9" creationId="{00000000-0000-0000-0000-000000000000}"/>
          </ac:spMkLst>
        </pc:spChg>
        <pc:spChg chg="del">
          <ac:chgData name="Kurayami Kurayami" userId="cf86d4f74176d0bb" providerId="LiveId" clId="{85D70D0E-78D5-4747-8283-6956A19F9A1B}" dt="2021-09-14T17:27:36.465" v="136" actId="478"/>
          <ac:spMkLst>
            <pc:docMk/>
            <pc:sldMk cId="3865732887" sldId="298"/>
            <ac:spMk id="14" creationId="{D3EF7CF1-D2ED-4A0E-B424-E6692402FEB1}"/>
          </ac:spMkLst>
        </pc:spChg>
        <pc:spChg chg="del">
          <ac:chgData name="Kurayami Kurayami" userId="cf86d4f74176d0bb" providerId="LiveId" clId="{85D70D0E-78D5-4747-8283-6956A19F9A1B}" dt="2021-09-14T17:27:40.645" v="137" actId="478"/>
          <ac:spMkLst>
            <pc:docMk/>
            <pc:sldMk cId="3865732887" sldId="298"/>
            <ac:spMk id="15" creationId="{EE5D5D5C-52B6-495A-BC63-C1EEA87F8A63}"/>
          </ac:spMkLst>
        </pc:spChg>
        <pc:spChg chg="del">
          <ac:chgData name="Kurayami Kurayami" userId="cf86d4f74176d0bb" providerId="LiveId" clId="{85D70D0E-78D5-4747-8283-6956A19F9A1B}" dt="2021-09-14T17:26:50.084" v="134" actId="478"/>
          <ac:spMkLst>
            <pc:docMk/>
            <pc:sldMk cId="3865732887" sldId="298"/>
            <ac:spMk id="16" creationId="{C0A2F794-857D-4AF0-90B7-6DD0A9C80D8E}"/>
          </ac:spMkLst>
        </pc:spChg>
        <pc:spChg chg="del">
          <ac:chgData name="Kurayami Kurayami" userId="cf86d4f74176d0bb" providerId="LiveId" clId="{85D70D0E-78D5-4747-8283-6956A19F9A1B}" dt="2021-09-14T17:26:52.606" v="135" actId="478"/>
          <ac:spMkLst>
            <pc:docMk/>
            <pc:sldMk cId="3865732887" sldId="298"/>
            <ac:spMk id="17" creationId="{6070C284-7B8B-49BA-85A1-F2114E022177}"/>
          </ac:spMkLst>
        </pc:spChg>
        <pc:spChg chg="mod">
          <ac:chgData name="Kurayami Kurayami" userId="cf86d4f74176d0bb" providerId="LiveId" clId="{85D70D0E-78D5-4747-8283-6956A19F9A1B}" dt="2021-09-14T17:28:16.692" v="143" actId="207"/>
          <ac:spMkLst>
            <pc:docMk/>
            <pc:sldMk cId="3865732887" sldId="298"/>
            <ac:spMk id="18" creationId="{4E79AFF8-576B-490E-BB35-7124D69C465D}"/>
          </ac:spMkLst>
        </pc:spChg>
        <pc:spChg chg="mod">
          <ac:chgData name="Kurayami Kurayami" userId="cf86d4f74176d0bb" providerId="LiveId" clId="{85D70D0E-78D5-4747-8283-6956A19F9A1B}" dt="2021-09-14T17:28:16.692" v="143" actId="207"/>
          <ac:spMkLst>
            <pc:docMk/>
            <pc:sldMk cId="3865732887" sldId="298"/>
            <ac:spMk id="19" creationId="{9373BA63-9529-48F7-9A36-403B099892C2}"/>
          </ac:spMkLst>
        </pc:spChg>
        <pc:spChg chg="mod">
          <ac:chgData name="Kurayami Kurayami" userId="cf86d4f74176d0bb" providerId="LiveId" clId="{85D70D0E-78D5-4747-8283-6956A19F9A1B}" dt="2021-09-14T17:28:16.692" v="143" actId="207"/>
          <ac:spMkLst>
            <pc:docMk/>
            <pc:sldMk cId="3865732887" sldId="298"/>
            <ac:spMk id="22" creationId="{C00270DB-A91A-415C-BB40-912B84B2BE48}"/>
          </ac:spMkLst>
        </pc:spChg>
        <pc:spChg chg="mod">
          <ac:chgData name="Kurayami Kurayami" userId="cf86d4f74176d0bb" providerId="LiveId" clId="{85D70D0E-78D5-4747-8283-6956A19F9A1B}" dt="2021-09-14T17:28:16.692" v="143" actId="207"/>
          <ac:spMkLst>
            <pc:docMk/>
            <pc:sldMk cId="3865732887" sldId="298"/>
            <ac:spMk id="27" creationId="{00000000-0000-0000-0000-000000000000}"/>
          </ac:spMkLst>
        </pc:spChg>
        <pc:spChg chg="mod">
          <ac:chgData name="Kurayami Kurayami" userId="cf86d4f74176d0bb" providerId="LiveId" clId="{85D70D0E-78D5-4747-8283-6956A19F9A1B}" dt="2021-09-14T17:28:16.692" v="143" actId="207"/>
          <ac:spMkLst>
            <pc:docMk/>
            <pc:sldMk cId="3865732887" sldId="298"/>
            <ac:spMk id="28" creationId="{4F4BD314-D6D6-4D7E-9489-99C887EBCB38}"/>
          </ac:spMkLst>
        </pc:spChg>
        <pc:spChg chg="add mod">
          <ac:chgData name="Kurayami Kurayami" userId="cf86d4f74176d0bb" providerId="LiveId" clId="{85D70D0E-78D5-4747-8283-6956A19F9A1B}" dt="2021-09-14T17:27:54.787" v="139" actId="571"/>
          <ac:spMkLst>
            <pc:docMk/>
            <pc:sldMk cId="3865732887" sldId="298"/>
            <ac:spMk id="32" creationId="{9DA0E165-8EB4-B942-ACF9-7B70547E0B6D}"/>
          </ac:spMkLst>
        </pc:spChg>
        <pc:spChg chg="add mod">
          <ac:chgData name="Kurayami Kurayami" userId="cf86d4f74176d0bb" providerId="LiveId" clId="{85D70D0E-78D5-4747-8283-6956A19F9A1B}" dt="2021-09-14T17:27:54.787" v="139" actId="571"/>
          <ac:spMkLst>
            <pc:docMk/>
            <pc:sldMk cId="3865732887" sldId="298"/>
            <ac:spMk id="33" creationId="{AC20A963-287A-2D46-A46D-8DD678A1EF7A}"/>
          </ac:spMkLst>
        </pc:spChg>
        <pc:spChg chg="add mod">
          <ac:chgData name="Kurayami Kurayami" userId="cf86d4f74176d0bb" providerId="LiveId" clId="{85D70D0E-78D5-4747-8283-6956A19F9A1B}" dt="2021-09-14T17:27:54.787" v="139" actId="571"/>
          <ac:spMkLst>
            <pc:docMk/>
            <pc:sldMk cId="3865732887" sldId="298"/>
            <ac:spMk id="34" creationId="{1E730D0E-C621-8F48-BAC9-0593F1824A9F}"/>
          </ac:spMkLst>
        </pc:spChg>
        <pc:spChg chg="add mod">
          <ac:chgData name="Kurayami Kurayami" userId="cf86d4f74176d0bb" providerId="LiveId" clId="{85D70D0E-78D5-4747-8283-6956A19F9A1B}" dt="2021-09-14T17:27:54.787" v="139" actId="571"/>
          <ac:spMkLst>
            <pc:docMk/>
            <pc:sldMk cId="3865732887" sldId="298"/>
            <ac:spMk id="35" creationId="{653B9354-7D47-BF42-B746-B9FFCDBFB67E}"/>
          </ac:spMkLst>
        </pc:spChg>
      </pc:sldChg>
      <pc:sldChg chg="addSp modSp mod">
        <pc:chgData name="Kurayami Kurayami" userId="cf86d4f74176d0bb" providerId="LiveId" clId="{85D70D0E-78D5-4747-8283-6956A19F9A1B}" dt="2021-09-14T17:29:07.518" v="148" actId="207"/>
        <pc:sldMkLst>
          <pc:docMk/>
          <pc:sldMk cId="2252746396" sldId="299"/>
        </pc:sldMkLst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2252746396" sldId="299"/>
            <ac:spMk id="3" creationId="{6E592C7A-8335-C14D-921D-420796E17978}"/>
          </ac:spMkLst>
        </pc:spChg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2252746396" sldId="299"/>
            <ac:spMk id="5" creationId="{C984E4F9-DBCC-D644-B0B8-C4A4A4DEE564}"/>
          </ac:spMkLst>
        </pc:spChg>
        <pc:spChg chg="mod">
          <ac:chgData name="Kurayami Kurayami" userId="cf86d4f74176d0bb" providerId="LiveId" clId="{85D70D0E-78D5-4747-8283-6956A19F9A1B}" dt="2021-09-14T17:29:07.518" v="148" actId="207"/>
          <ac:spMkLst>
            <pc:docMk/>
            <pc:sldMk cId="2252746396" sldId="299"/>
            <ac:spMk id="19" creationId="{2509C4AB-97C6-4741-9D9F-72A4DAF8D2BC}"/>
          </ac:spMkLst>
        </pc:spChg>
        <pc:spChg chg="mod">
          <ac:chgData name="Kurayami Kurayami" userId="cf86d4f74176d0bb" providerId="LiveId" clId="{85D70D0E-78D5-4747-8283-6956A19F9A1B}" dt="2021-09-14T17:29:07.518" v="148" actId="207"/>
          <ac:spMkLst>
            <pc:docMk/>
            <pc:sldMk cId="2252746396" sldId="299"/>
            <ac:spMk id="21" creationId="{FC10436B-8501-4E60-89C9-418554D27868}"/>
          </ac:spMkLst>
        </pc:spChg>
      </pc:sldChg>
      <pc:sldChg chg="addSp delSp modSp mod delAnim">
        <pc:chgData name="Kurayami Kurayami" userId="cf86d4f74176d0bb" providerId="LiveId" clId="{85D70D0E-78D5-4747-8283-6956A19F9A1B}" dt="2021-09-14T17:30:23.739" v="186" actId="207"/>
        <pc:sldMkLst>
          <pc:docMk/>
          <pc:sldMk cId="2860532846" sldId="300"/>
        </pc:sldMkLst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2860532846" sldId="300"/>
            <ac:spMk id="2" creationId="{11D6D8A2-CC73-A545-923F-21E7F9D7CF2B}"/>
          </ac:spMkLst>
        </pc:spChg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2860532846" sldId="300"/>
            <ac:spMk id="3" creationId="{6196E543-9416-BB47-AAE2-61FDE87FAB30}"/>
          </ac:spMkLst>
        </pc:spChg>
        <pc:spChg chg="mod">
          <ac:chgData name="Kurayami Kurayami" userId="cf86d4f74176d0bb" providerId="LiveId" clId="{85D70D0E-78D5-4747-8283-6956A19F9A1B}" dt="2021-09-14T17:30:23.739" v="186" actId="207"/>
          <ac:spMkLst>
            <pc:docMk/>
            <pc:sldMk cId="2860532846" sldId="300"/>
            <ac:spMk id="9" creationId="{00000000-0000-0000-0000-000000000000}"/>
          </ac:spMkLst>
        </pc:spChg>
        <pc:spChg chg="mod">
          <ac:chgData name="Kurayami Kurayami" userId="cf86d4f74176d0bb" providerId="LiveId" clId="{85D70D0E-78D5-4747-8283-6956A19F9A1B}" dt="2021-09-14T17:30:23.739" v="186" actId="207"/>
          <ac:spMkLst>
            <pc:docMk/>
            <pc:sldMk cId="2860532846" sldId="300"/>
            <ac:spMk id="14" creationId="{208B77D7-BE0B-4476-AB78-F3844493816A}"/>
          </ac:spMkLst>
        </pc:spChg>
        <pc:spChg chg="mod">
          <ac:chgData name="Kurayami Kurayami" userId="cf86d4f74176d0bb" providerId="LiveId" clId="{85D70D0E-78D5-4747-8283-6956A19F9A1B}" dt="2021-09-14T17:30:23.739" v="186" actId="207"/>
          <ac:spMkLst>
            <pc:docMk/>
            <pc:sldMk cId="2860532846" sldId="300"/>
            <ac:spMk id="15" creationId="{1F23E2D1-90F6-41BC-AA09-62547D9AEA00}"/>
          </ac:spMkLst>
        </pc:spChg>
        <pc:spChg chg="mod">
          <ac:chgData name="Kurayami Kurayami" userId="cf86d4f74176d0bb" providerId="LiveId" clId="{85D70D0E-78D5-4747-8283-6956A19F9A1B}" dt="2021-09-14T17:30:23.739" v="186" actId="207"/>
          <ac:spMkLst>
            <pc:docMk/>
            <pc:sldMk cId="2860532846" sldId="300"/>
            <ac:spMk id="17" creationId="{CC85D9FE-0C7B-4E8F-BFE8-A25E80CCED49}"/>
          </ac:spMkLst>
        </pc:spChg>
        <pc:spChg chg="mod">
          <ac:chgData name="Kurayami Kurayami" userId="cf86d4f74176d0bb" providerId="LiveId" clId="{85D70D0E-78D5-4747-8283-6956A19F9A1B}" dt="2021-09-14T17:30:23.739" v="186" actId="207"/>
          <ac:spMkLst>
            <pc:docMk/>
            <pc:sldMk cId="2860532846" sldId="300"/>
            <ac:spMk id="18" creationId="{E5271E0D-3A02-44BC-A719-3F7DF1A9652C}"/>
          </ac:spMkLst>
        </pc:spChg>
        <pc:spChg chg="del">
          <ac:chgData name="Kurayami Kurayami" userId="cf86d4f74176d0bb" providerId="LiveId" clId="{85D70D0E-78D5-4747-8283-6956A19F9A1B}" dt="2021-09-14T17:30:15.469" v="184" actId="478"/>
          <ac:spMkLst>
            <pc:docMk/>
            <pc:sldMk cId="2860532846" sldId="300"/>
            <ac:spMk id="19" creationId="{E193D15B-2A1E-4830-BE4F-1E09917AD87E}"/>
          </ac:spMkLst>
        </pc:spChg>
        <pc:spChg chg="del">
          <ac:chgData name="Kurayami Kurayami" userId="cf86d4f74176d0bb" providerId="LiveId" clId="{85D70D0E-78D5-4747-8283-6956A19F9A1B}" dt="2021-09-14T17:30:15.469" v="184" actId="478"/>
          <ac:spMkLst>
            <pc:docMk/>
            <pc:sldMk cId="2860532846" sldId="300"/>
            <ac:spMk id="20" creationId="{49A81347-6FD2-4074-A1CA-5680212C5E2D}"/>
          </ac:spMkLst>
        </pc:spChg>
        <pc:spChg chg="mod">
          <ac:chgData name="Kurayami Kurayami" userId="cf86d4f74176d0bb" providerId="LiveId" clId="{85D70D0E-78D5-4747-8283-6956A19F9A1B}" dt="2021-09-14T17:30:23.739" v="186" actId="207"/>
          <ac:spMkLst>
            <pc:docMk/>
            <pc:sldMk cId="2860532846" sldId="300"/>
            <ac:spMk id="27" creationId="{00000000-0000-0000-0000-000000000000}"/>
          </ac:spMkLst>
        </pc:spChg>
        <pc:spChg chg="mod">
          <ac:chgData name="Kurayami Kurayami" userId="cf86d4f74176d0bb" providerId="LiveId" clId="{85D70D0E-78D5-4747-8283-6956A19F9A1B}" dt="2021-09-14T17:30:23.739" v="186" actId="207"/>
          <ac:spMkLst>
            <pc:docMk/>
            <pc:sldMk cId="2860532846" sldId="300"/>
            <ac:spMk id="32" creationId="{7E201EE8-8274-4EF9-B43D-91D95E2FA9CE}"/>
          </ac:spMkLst>
        </pc:spChg>
        <pc:spChg chg="mod">
          <ac:chgData name="Kurayami Kurayami" userId="cf86d4f74176d0bb" providerId="LiveId" clId="{85D70D0E-78D5-4747-8283-6956A19F9A1B}" dt="2021-09-14T17:30:23.739" v="186" actId="207"/>
          <ac:spMkLst>
            <pc:docMk/>
            <pc:sldMk cId="2860532846" sldId="300"/>
            <ac:spMk id="33" creationId="{8E2F383C-06CC-4423-8521-98B34B6FEDC1}"/>
          </ac:spMkLst>
        </pc:spChg>
      </pc:sldChg>
      <pc:sldChg chg="addSp modSp mod modAnim">
        <pc:chgData name="Kurayami Kurayami" userId="cf86d4f74176d0bb" providerId="LiveId" clId="{85D70D0E-78D5-4747-8283-6956A19F9A1B}" dt="2021-09-14T17:34:42.548" v="227" actId="207"/>
        <pc:sldMkLst>
          <pc:docMk/>
          <pc:sldMk cId="1069870908" sldId="301"/>
        </pc:sldMkLst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1069870908" sldId="301"/>
            <ac:spMk id="2" creationId="{0BEED7C5-E515-F94B-8908-2AB835139685}"/>
          </ac:spMkLst>
        </pc:spChg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1069870908" sldId="301"/>
            <ac:spMk id="3" creationId="{4ACC4E45-925E-FC41-8790-DFCB9B0E7E9E}"/>
          </ac:spMkLst>
        </pc:spChg>
        <pc:spChg chg="mod">
          <ac:chgData name="Kurayami Kurayami" userId="cf86d4f74176d0bb" providerId="LiveId" clId="{85D70D0E-78D5-4747-8283-6956A19F9A1B}" dt="2021-09-14T17:34:42.548" v="227" actId="207"/>
          <ac:spMkLst>
            <pc:docMk/>
            <pc:sldMk cId="1069870908" sldId="301"/>
            <ac:spMk id="17" creationId="{5E79C85D-51BC-43C4-B72A-BB128E89F3C3}"/>
          </ac:spMkLst>
        </pc:spChg>
        <pc:spChg chg="mod">
          <ac:chgData name="Kurayami Kurayami" userId="cf86d4f74176d0bb" providerId="LiveId" clId="{85D70D0E-78D5-4747-8283-6956A19F9A1B}" dt="2021-09-14T17:34:42.548" v="227" actId="207"/>
          <ac:spMkLst>
            <pc:docMk/>
            <pc:sldMk cId="1069870908" sldId="301"/>
            <ac:spMk id="18" creationId="{4236E5FB-F498-47F1-85ED-3C8B41F8456B}"/>
          </ac:spMkLst>
        </pc:spChg>
        <pc:spChg chg="mod">
          <ac:chgData name="Kurayami Kurayami" userId="cf86d4f74176d0bb" providerId="LiveId" clId="{85D70D0E-78D5-4747-8283-6956A19F9A1B}" dt="2021-09-14T17:34:42.548" v="227" actId="207"/>
          <ac:spMkLst>
            <pc:docMk/>
            <pc:sldMk cId="1069870908" sldId="301"/>
            <ac:spMk id="19" creationId="{7A51929D-6521-4A83-973E-3D5D77E048AA}"/>
          </ac:spMkLst>
        </pc:spChg>
        <pc:spChg chg="mod">
          <ac:chgData name="Kurayami Kurayami" userId="cf86d4f74176d0bb" providerId="LiveId" clId="{85D70D0E-78D5-4747-8283-6956A19F9A1B}" dt="2021-09-14T17:34:42.548" v="227" actId="207"/>
          <ac:spMkLst>
            <pc:docMk/>
            <pc:sldMk cId="1069870908" sldId="301"/>
            <ac:spMk id="21" creationId="{08BFB072-9836-482B-8A24-261BD8949D18}"/>
          </ac:spMkLst>
        </pc:spChg>
        <pc:spChg chg="mod">
          <ac:chgData name="Kurayami Kurayami" userId="cf86d4f74176d0bb" providerId="LiveId" clId="{85D70D0E-78D5-4747-8283-6956A19F9A1B}" dt="2021-09-14T17:34:42.548" v="227" actId="207"/>
          <ac:spMkLst>
            <pc:docMk/>
            <pc:sldMk cId="1069870908" sldId="301"/>
            <ac:spMk id="24" creationId="{E58D6077-36D7-4350-9117-113C8B6F77AF}"/>
          </ac:spMkLst>
        </pc:spChg>
        <pc:spChg chg="mod">
          <ac:chgData name="Kurayami Kurayami" userId="cf86d4f74176d0bb" providerId="LiveId" clId="{85D70D0E-78D5-4747-8283-6956A19F9A1B}" dt="2021-09-14T17:34:42.548" v="227" actId="207"/>
          <ac:spMkLst>
            <pc:docMk/>
            <pc:sldMk cId="1069870908" sldId="301"/>
            <ac:spMk id="25" creationId="{B6B266EF-A34E-4FFC-977C-FA7C9F8FA54D}"/>
          </ac:spMkLst>
        </pc:spChg>
        <pc:spChg chg="mod">
          <ac:chgData name="Kurayami Kurayami" userId="cf86d4f74176d0bb" providerId="LiveId" clId="{85D70D0E-78D5-4747-8283-6956A19F9A1B}" dt="2021-09-14T17:34:42.548" v="227" actId="207"/>
          <ac:spMkLst>
            <pc:docMk/>
            <pc:sldMk cId="1069870908" sldId="301"/>
            <ac:spMk id="26" creationId="{86767DA0-0905-47BA-AC1E-C723F41CB9D9}"/>
          </ac:spMkLst>
        </pc:spChg>
        <pc:spChg chg="mod">
          <ac:chgData name="Kurayami Kurayami" userId="cf86d4f74176d0bb" providerId="LiveId" clId="{85D70D0E-78D5-4747-8283-6956A19F9A1B}" dt="2021-09-14T17:34:42.548" v="227" actId="207"/>
          <ac:spMkLst>
            <pc:docMk/>
            <pc:sldMk cId="1069870908" sldId="301"/>
            <ac:spMk id="27" creationId="{75E6D636-015F-47F8-A7FE-6EF1CD4E121E}"/>
          </ac:spMkLst>
        </pc:spChg>
        <pc:spChg chg="mod">
          <ac:chgData name="Kurayami Kurayami" userId="cf86d4f74176d0bb" providerId="LiveId" clId="{85D70D0E-78D5-4747-8283-6956A19F9A1B}" dt="2021-09-14T17:34:42.548" v="227" actId="207"/>
          <ac:spMkLst>
            <pc:docMk/>
            <pc:sldMk cId="1069870908" sldId="301"/>
            <ac:spMk id="28" creationId="{6A9FF927-E4B1-4533-9C4D-8E5BA9B330EF}"/>
          </ac:spMkLst>
        </pc:spChg>
        <pc:spChg chg="mod">
          <ac:chgData name="Kurayami Kurayami" userId="cf86d4f74176d0bb" providerId="LiveId" clId="{85D70D0E-78D5-4747-8283-6956A19F9A1B}" dt="2021-09-14T17:34:42.548" v="227" actId="207"/>
          <ac:spMkLst>
            <pc:docMk/>
            <pc:sldMk cId="1069870908" sldId="301"/>
            <ac:spMk id="29" creationId="{CD67C1A3-511D-4C07-8F88-AEA1D12BD8B0}"/>
          </ac:spMkLst>
        </pc:spChg>
      </pc:sldChg>
      <pc:sldChg chg="addSp modSp mod">
        <pc:chgData name="Kurayami Kurayami" userId="cf86d4f74176d0bb" providerId="LiveId" clId="{85D70D0E-78D5-4747-8283-6956A19F9A1B}" dt="2021-09-14T17:34:53.715" v="229" actId="207"/>
        <pc:sldMkLst>
          <pc:docMk/>
          <pc:sldMk cId="4195741092" sldId="302"/>
        </pc:sldMkLst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4195741092" sldId="302"/>
            <ac:spMk id="2" creationId="{552C6F08-282B-E045-9E5F-C05D974F0C34}"/>
          </ac:spMkLst>
        </pc:spChg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4195741092" sldId="302"/>
            <ac:spMk id="5" creationId="{FB81BA48-753A-EE43-A1A4-BC0DBCC7C653}"/>
          </ac:spMkLst>
        </pc:spChg>
        <pc:spChg chg="mod">
          <ac:chgData name="Kurayami Kurayami" userId="cf86d4f74176d0bb" providerId="LiveId" clId="{85D70D0E-78D5-4747-8283-6956A19F9A1B}" dt="2021-09-14T17:34:53.715" v="229" actId="207"/>
          <ac:spMkLst>
            <pc:docMk/>
            <pc:sldMk cId="4195741092" sldId="302"/>
            <ac:spMk id="9" creationId="{00000000-0000-0000-0000-000000000000}"/>
          </ac:spMkLst>
        </pc:spChg>
        <pc:spChg chg="mod">
          <ac:chgData name="Kurayami Kurayami" userId="cf86d4f74176d0bb" providerId="LiveId" clId="{85D70D0E-78D5-4747-8283-6956A19F9A1B}" dt="2021-09-14T17:34:53.715" v="229" actId="207"/>
          <ac:spMkLst>
            <pc:docMk/>
            <pc:sldMk cId="4195741092" sldId="302"/>
            <ac:spMk id="27" creationId="{00000000-0000-0000-0000-000000000000}"/>
          </ac:spMkLst>
        </pc:spChg>
      </pc:sldChg>
      <pc:sldChg chg="addSp modSp mod">
        <pc:chgData name="Kurayami Kurayami" userId="cf86d4f74176d0bb" providerId="LiveId" clId="{85D70D0E-78D5-4747-8283-6956A19F9A1B}" dt="2021-09-14T17:35:07.350" v="231" actId="207"/>
        <pc:sldMkLst>
          <pc:docMk/>
          <pc:sldMk cId="1342554236" sldId="303"/>
        </pc:sldMkLst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1342554236" sldId="303"/>
            <ac:spMk id="3" creationId="{3BDDDE57-2A05-4746-81A9-3D1E23B5B2DC}"/>
          </ac:spMkLst>
        </pc:spChg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1342554236" sldId="303"/>
            <ac:spMk id="5" creationId="{DB3B45EA-F836-AB40-9E32-88B6A528D215}"/>
          </ac:spMkLst>
        </pc:spChg>
        <pc:spChg chg="mod">
          <ac:chgData name="Kurayami Kurayami" userId="cf86d4f74176d0bb" providerId="LiveId" clId="{85D70D0E-78D5-4747-8283-6956A19F9A1B}" dt="2021-09-14T17:35:07.350" v="231" actId="207"/>
          <ac:spMkLst>
            <pc:docMk/>
            <pc:sldMk cId="1342554236" sldId="303"/>
            <ac:spMk id="14" creationId="{EF4F6FFB-B7E3-4E57-8564-108AFD044966}"/>
          </ac:spMkLst>
        </pc:spChg>
        <pc:spChg chg="mod">
          <ac:chgData name="Kurayami Kurayami" userId="cf86d4f74176d0bb" providerId="LiveId" clId="{85D70D0E-78D5-4747-8283-6956A19F9A1B}" dt="2021-09-14T17:35:07.350" v="231" actId="207"/>
          <ac:spMkLst>
            <pc:docMk/>
            <pc:sldMk cId="1342554236" sldId="303"/>
            <ac:spMk id="17" creationId="{BF1F12BA-36A2-463C-8656-B8039AA43B7C}"/>
          </ac:spMkLst>
        </pc:spChg>
        <pc:spChg chg="mod">
          <ac:chgData name="Kurayami Kurayami" userId="cf86d4f74176d0bb" providerId="LiveId" clId="{85D70D0E-78D5-4747-8283-6956A19F9A1B}" dt="2021-09-14T17:35:07.350" v="231" actId="207"/>
          <ac:spMkLst>
            <pc:docMk/>
            <pc:sldMk cId="1342554236" sldId="303"/>
            <ac:spMk id="18" creationId="{CA645D9C-6194-4872-9867-035697B70930}"/>
          </ac:spMkLst>
        </pc:spChg>
        <pc:spChg chg="mod">
          <ac:chgData name="Kurayami Kurayami" userId="cf86d4f74176d0bb" providerId="LiveId" clId="{85D70D0E-78D5-4747-8283-6956A19F9A1B}" dt="2021-09-14T17:35:07.350" v="231" actId="207"/>
          <ac:spMkLst>
            <pc:docMk/>
            <pc:sldMk cId="1342554236" sldId="303"/>
            <ac:spMk id="19" creationId="{B4F21010-1527-45AC-99EB-FBD7B1F790A3}"/>
          </ac:spMkLst>
        </pc:spChg>
        <pc:spChg chg="mod">
          <ac:chgData name="Kurayami Kurayami" userId="cf86d4f74176d0bb" providerId="LiveId" clId="{85D70D0E-78D5-4747-8283-6956A19F9A1B}" dt="2021-09-14T17:35:07.350" v="231" actId="207"/>
          <ac:spMkLst>
            <pc:docMk/>
            <pc:sldMk cId="1342554236" sldId="303"/>
            <ac:spMk id="21" creationId="{666295AB-C1C5-4F98-9064-5650A2C72BA3}"/>
          </ac:spMkLst>
        </pc:spChg>
        <pc:spChg chg="mod">
          <ac:chgData name="Kurayami Kurayami" userId="cf86d4f74176d0bb" providerId="LiveId" clId="{85D70D0E-78D5-4747-8283-6956A19F9A1B}" dt="2021-09-14T17:35:07.350" v="231" actId="207"/>
          <ac:spMkLst>
            <pc:docMk/>
            <pc:sldMk cId="1342554236" sldId="303"/>
            <ac:spMk id="25" creationId="{CDCC7349-E7CA-4C96-8E1A-FBE0D4B7BE20}"/>
          </ac:spMkLst>
        </pc:spChg>
        <pc:spChg chg="mod">
          <ac:chgData name="Kurayami Kurayami" userId="cf86d4f74176d0bb" providerId="LiveId" clId="{85D70D0E-78D5-4747-8283-6956A19F9A1B}" dt="2021-09-14T17:35:07.350" v="231" actId="207"/>
          <ac:spMkLst>
            <pc:docMk/>
            <pc:sldMk cId="1342554236" sldId="303"/>
            <ac:spMk id="31" creationId="{49BEEAB8-00F7-4187-94AA-AF25D6CC6150}"/>
          </ac:spMkLst>
        </pc:spChg>
        <pc:spChg chg="mod">
          <ac:chgData name="Kurayami Kurayami" userId="cf86d4f74176d0bb" providerId="LiveId" clId="{85D70D0E-78D5-4747-8283-6956A19F9A1B}" dt="2021-09-14T17:35:07.350" v="231" actId="207"/>
          <ac:spMkLst>
            <pc:docMk/>
            <pc:sldMk cId="1342554236" sldId="303"/>
            <ac:spMk id="32" creationId="{834386D0-3F0B-482A-AE45-6D462BAC5999}"/>
          </ac:spMkLst>
        </pc:spChg>
      </pc:sldChg>
      <pc:sldChg chg="addSp modSp del">
        <pc:chgData name="Kurayami Kurayami" userId="cf86d4f74176d0bb" providerId="LiveId" clId="{85D70D0E-78D5-4747-8283-6956A19F9A1B}" dt="2021-09-14T17:59:45.287" v="266" actId="2696"/>
        <pc:sldMkLst>
          <pc:docMk/>
          <pc:sldMk cId="1787035014" sldId="305"/>
        </pc:sldMkLst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1787035014" sldId="305"/>
            <ac:spMk id="2" creationId="{C964F1B8-BE1E-1D49-9A88-AC23EECA9800}"/>
          </ac:spMkLst>
        </pc:spChg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1787035014" sldId="305"/>
            <ac:spMk id="3" creationId="{D43DE989-69D8-8144-B87C-CD6FFBC4BF6B}"/>
          </ac:spMkLst>
        </pc:spChg>
      </pc:sldChg>
      <pc:sldChg chg="addSp delSp modSp add del mod modAnim">
        <pc:chgData name="Kurayami Kurayami" userId="cf86d4f74176d0bb" providerId="LiveId" clId="{85D70D0E-78D5-4747-8283-6956A19F9A1B}" dt="2021-09-14T18:06:20.386" v="423" actId="1076"/>
        <pc:sldMkLst>
          <pc:docMk/>
          <pc:sldMk cId="606954076" sldId="306"/>
        </pc:sldMkLst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606954076" sldId="306"/>
            <ac:spMk id="2" creationId="{CC7D95CA-9126-9C4D-A8EC-A23913E2489E}"/>
          </ac:spMkLst>
        </pc:spChg>
        <pc:spChg chg="mod">
          <ac:chgData name="Kurayami Kurayami" userId="cf86d4f74176d0bb" providerId="LiveId" clId="{85D70D0E-78D5-4747-8283-6956A19F9A1B}" dt="2021-09-14T18:04:10.061" v="394" actId="20577"/>
          <ac:spMkLst>
            <pc:docMk/>
            <pc:sldMk cId="606954076" sldId="306"/>
            <ac:spMk id="3" creationId="{00000000-0000-0000-0000-000000000000}"/>
          </ac:spMkLst>
        </pc:spChg>
        <pc:spChg chg="mod">
          <ac:chgData name="Kurayami Kurayami" userId="cf86d4f74176d0bb" providerId="LiveId" clId="{85D70D0E-78D5-4747-8283-6956A19F9A1B}" dt="2021-09-14T18:03:41.306" v="385" actId="1076"/>
          <ac:spMkLst>
            <pc:docMk/>
            <pc:sldMk cId="606954076" sldId="306"/>
            <ac:spMk id="5" creationId="{00000000-0000-0000-0000-000000000000}"/>
          </ac:spMkLst>
        </pc:spChg>
        <pc:spChg chg="mod">
          <ac:chgData name="Kurayami Kurayami" userId="cf86d4f74176d0bb" providerId="LiveId" clId="{85D70D0E-78D5-4747-8283-6956A19F9A1B}" dt="2021-09-14T18:04:15.718" v="402" actId="20577"/>
          <ac:spMkLst>
            <pc:docMk/>
            <pc:sldMk cId="606954076" sldId="306"/>
            <ac:spMk id="7" creationId="{00000000-0000-0000-0000-000000000000}"/>
          </ac:spMkLst>
        </pc:spChg>
        <pc:spChg chg="mod">
          <ac:chgData name="Kurayami Kurayami" userId="cf86d4f74176d0bb" providerId="LiveId" clId="{85D70D0E-78D5-4747-8283-6956A19F9A1B}" dt="2021-09-14T18:03:30.802" v="382" actId="1076"/>
          <ac:spMkLst>
            <pc:docMk/>
            <pc:sldMk cId="606954076" sldId="306"/>
            <ac:spMk id="8" creationId="{B8F1EBED-94A3-D344-B30E-C3288B292822}"/>
          </ac:spMkLst>
        </pc:spChg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606954076" sldId="306"/>
            <ac:spMk id="8" creationId="{EE0234C6-4A90-8741-B34D-5978C22E5088}"/>
          </ac:spMkLst>
        </pc:spChg>
        <pc:spChg chg="mod">
          <ac:chgData name="Kurayami Kurayami" userId="cf86d4f74176d0bb" providerId="LiveId" clId="{85D70D0E-78D5-4747-8283-6956A19F9A1B}" dt="2021-09-14T18:05:38.777" v="407" actId="20577"/>
          <ac:spMkLst>
            <pc:docMk/>
            <pc:sldMk cId="606954076" sldId="306"/>
            <ac:spMk id="12" creationId="{E1AC5531-7AA9-7A4D-AF6A-EC48A4CAA429}"/>
          </ac:spMkLst>
        </pc:spChg>
        <pc:spChg chg="mod">
          <ac:chgData name="Kurayami Kurayami" userId="cf86d4f74176d0bb" providerId="LiveId" clId="{85D70D0E-78D5-4747-8283-6956A19F9A1B}" dt="2021-09-14T18:05:50.170" v="420" actId="20577"/>
          <ac:spMkLst>
            <pc:docMk/>
            <pc:sldMk cId="606954076" sldId="306"/>
            <ac:spMk id="13" creationId="{CFD23638-BCD0-D841-AC35-5E85770166F9}"/>
          </ac:spMkLst>
        </pc:spChg>
        <pc:picChg chg="add mod">
          <ac:chgData name="Kurayami Kurayami" userId="cf86d4f74176d0bb" providerId="LiveId" clId="{85D70D0E-78D5-4747-8283-6956A19F9A1B}" dt="2021-09-14T18:03:27.748" v="381" actId="1076"/>
          <ac:picMkLst>
            <pc:docMk/>
            <pc:sldMk cId="606954076" sldId="306"/>
            <ac:picMk id="10" creationId="{3C6358D7-0B9B-6D46-B786-6AB09DEDBCF5}"/>
          </ac:picMkLst>
        </pc:picChg>
        <pc:picChg chg="del">
          <ac:chgData name="Kurayami Kurayami" userId="cf86d4f74176d0bb" providerId="LiveId" clId="{85D70D0E-78D5-4747-8283-6956A19F9A1B}" dt="2021-09-14T18:02:30.348" v="366" actId="478"/>
          <ac:picMkLst>
            <pc:docMk/>
            <pc:sldMk cId="606954076" sldId="306"/>
            <ac:picMk id="1026" creationId="{3966BE10-91A6-8D4D-BFB3-BE7E8FE8694E}"/>
          </ac:picMkLst>
        </pc:picChg>
        <pc:picChg chg="add mod">
          <ac:chgData name="Kurayami Kurayami" userId="cf86d4f74176d0bb" providerId="LiveId" clId="{85D70D0E-78D5-4747-8283-6956A19F9A1B}" dt="2021-09-14T18:06:20.386" v="423" actId="1076"/>
          <ac:picMkLst>
            <pc:docMk/>
            <pc:sldMk cId="606954076" sldId="306"/>
            <ac:picMk id="1028" creationId="{7CE081B8-822E-5C4B-AA46-970A9F89F371}"/>
          </ac:picMkLst>
        </pc:picChg>
        <pc:picChg chg="del">
          <ac:chgData name="Kurayami Kurayami" userId="cf86d4f74176d0bb" providerId="LiveId" clId="{85D70D0E-78D5-4747-8283-6956A19F9A1B}" dt="2021-09-14T18:02:25.826" v="364" actId="478"/>
          <ac:picMkLst>
            <pc:docMk/>
            <pc:sldMk cId="606954076" sldId="306"/>
            <ac:picMk id="2050" creationId="{A45C89D4-8FEE-C247-9FBD-85729939E4D2}"/>
          </ac:picMkLst>
        </pc:picChg>
        <pc:picChg chg="del">
          <ac:chgData name="Kurayami Kurayami" userId="cf86d4f74176d0bb" providerId="LiveId" clId="{85D70D0E-78D5-4747-8283-6956A19F9A1B}" dt="2021-09-14T18:02:27.742" v="365" actId="478"/>
          <ac:picMkLst>
            <pc:docMk/>
            <pc:sldMk cId="606954076" sldId="306"/>
            <ac:picMk id="2052" creationId="{773AF84D-8BC3-7745-B7EB-42A90196663D}"/>
          </ac:picMkLst>
        </pc:picChg>
      </pc:sldChg>
      <pc:sldChg chg="addSp modSp del">
        <pc:chgData name="Kurayami Kurayami" userId="cf86d4f74176d0bb" providerId="LiveId" clId="{85D70D0E-78D5-4747-8283-6956A19F9A1B}" dt="2021-09-14T17:59:45.287" v="266" actId="2696"/>
        <pc:sldMkLst>
          <pc:docMk/>
          <pc:sldMk cId="1776792468" sldId="307"/>
        </pc:sldMkLst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1776792468" sldId="307"/>
            <ac:spMk id="2" creationId="{C3A33388-BA67-A64A-9788-06449650B1D0}"/>
          </ac:spMkLst>
        </pc:spChg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1776792468" sldId="307"/>
            <ac:spMk id="8" creationId="{EE451101-BA76-C040-BA6A-04A605354478}"/>
          </ac:spMkLst>
        </pc:spChg>
      </pc:sldChg>
      <pc:sldChg chg="addSp modSp del">
        <pc:chgData name="Kurayami Kurayami" userId="cf86d4f74176d0bb" providerId="LiveId" clId="{85D70D0E-78D5-4747-8283-6956A19F9A1B}" dt="2021-09-14T17:59:45.287" v="266" actId="2696"/>
        <pc:sldMkLst>
          <pc:docMk/>
          <pc:sldMk cId="1617838841" sldId="308"/>
        </pc:sldMkLst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1617838841" sldId="308"/>
            <ac:spMk id="2" creationId="{D90FB9F5-6C5E-174F-B4CD-4260D67C11A5}"/>
          </ac:spMkLst>
        </pc:spChg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1617838841" sldId="308"/>
            <ac:spMk id="3" creationId="{52EAC9F8-8941-564B-B76E-42C3374F0CBF}"/>
          </ac:spMkLst>
        </pc:spChg>
      </pc:sldChg>
      <pc:sldChg chg="addSp delSp modSp mod addAnim delAnim">
        <pc:chgData name="Kurayami Kurayami" userId="cf86d4f74176d0bb" providerId="LiveId" clId="{85D70D0E-78D5-4747-8283-6956A19F9A1B}" dt="2021-09-14T17:22:25.060" v="94" actId="1035"/>
        <pc:sldMkLst>
          <pc:docMk/>
          <pc:sldMk cId="446688818" sldId="309"/>
        </pc:sldMkLst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446688818" sldId="309"/>
            <ac:spMk id="2" creationId="{65BDDAA5-29AB-384F-BE22-49514CE0A0F9}"/>
          </ac:spMkLst>
        </pc:spChg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446688818" sldId="309"/>
            <ac:spMk id="3" creationId="{6D7327B3-B120-D94C-AD18-09B6A61985B8}"/>
          </ac:spMkLst>
        </pc:spChg>
        <pc:spChg chg="add del mod">
          <ac:chgData name="Kurayami Kurayami" userId="cf86d4f74176d0bb" providerId="LiveId" clId="{85D70D0E-78D5-4747-8283-6956A19F9A1B}" dt="2021-09-14T17:22:14.518" v="69" actId="478"/>
          <ac:spMkLst>
            <pc:docMk/>
            <pc:sldMk cId="446688818" sldId="309"/>
            <ac:spMk id="9" creationId="{00000000-0000-0000-0000-000000000000}"/>
          </ac:spMkLst>
        </pc:spChg>
        <pc:spChg chg="add del mod">
          <ac:chgData name="Kurayami Kurayami" userId="cf86d4f74176d0bb" providerId="LiveId" clId="{85D70D0E-78D5-4747-8283-6956A19F9A1B}" dt="2021-09-14T17:22:25.060" v="94" actId="1035"/>
          <ac:spMkLst>
            <pc:docMk/>
            <pc:sldMk cId="446688818" sldId="309"/>
            <ac:spMk id="17" creationId="{15DBADE0-C526-4F7A-B768-ADBB59EB827C}"/>
          </ac:spMkLst>
        </pc:spChg>
        <pc:spChg chg="add del mod">
          <ac:chgData name="Kurayami Kurayami" userId="cf86d4f74176d0bb" providerId="LiveId" clId="{85D70D0E-78D5-4747-8283-6956A19F9A1B}" dt="2021-09-14T17:22:25.060" v="94" actId="1035"/>
          <ac:spMkLst>
            <pc:docMk/>
            <pc:sldMk cId="446688818" sldId="309"/>
            <ac:spMk id="18" creationId="{30292586-B387-4192-8696-AC4241D499CD}"/>
          </ac:spMkLst>
        </pc:spChg>
        <pc:spChg chg="add del mod">
          <ac:chgData name="Kurayami Kurayami" userId="cf86d4f74176d0bb" providerId="LiveId" clId="{85D70D0E-78D5-4747-8283-6956A19F9A1B}" dt="2021-09-14T17:22:10.016" v="68" actId="478"/>
          <ac:spMkLst>
            <pc:docMk/>
            <pc:sldMk cId="446688818" sldId="309"/>
            <ac:spMk id="21" creationId="{55EA695F-5995-4193-88DF-8E8B80ECD2ED}"/>
          </ac:spMkLst>
        </pc:spChg>
        <pc:spChg chg="add del mod">
          <ac:chgData name="Kurayami Kurayami" userId="cf86d4f74176d0bb" providerId="LiveId" clId="{85D70D0E-78D5-4747-8283-6956A19F9A1B}" dt="2021-09-14T17:22:14.518" v="69" actId="478"/>
          <ac:spMkLst>
            <pc:docMk/>
            <pc:sldMk cId="446688818" sldId="309"/>
            <ac:spMk id="27" creationId="{00000000-0000-0000-0000-000000000000}"/>
          </ac:spMkLst>
        </pc:spChg>
        <pc:spChg chg="add del mod">
          <ac:chgData name="Kurayami Kurayami" userId="cf86d4f74176d0bb" providerId="LiveId" clId="{85D70D0E-78D5-4747-8283-6956A19F9A1B}" dt="2021-09-14T17:22:10.016" v="68" actId="478"/>
          <ac:spMkLst>
            <pc:docMk/>
            <pc:sldMk cId="446688818" sldId="309"/>
            <ac:spMk id="32" creationId="{3C28F0AB-031E-4042-BBF1-34DAD62299E5}"/>
          </ac:spMkLst>
        </pc:spChg>
      </pc:sldChg>
      <pc:sldChg chg="addSp modSp mod">
        <pc:chgData name="Kurayami Kurayami" userId="cf86d4f74176d0bb" providerId="LiveId" clId="{85D70D0E-78D5-4747-8283-6956A19F9A1B}" dt="2021-09-14T17:57:49.034" v="265" actId="20577"/>
        <pc:sldMkLst>
          <pc:docMk/>
          <pc:sldMk cId="3388287384" sldId="310"/>
        </pc:sldMkLst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3388287384" sldId="310"/>
            <ac:spMk id="2" creationId="{E844A4CB-B5A6-F445-9D5C-7CC4B593750D}"/>
          </ac:spMkLst>
        </pc:spChg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3388287384" sldId="310"/>
            <ac:spMk id="3" creationId="{C1126595-7E0D-D845-B061-6833A2885848}"/>
          </ac:spMkLst>
        </pc:spChg>
        <pc:spChg chg="mod">
          <ac:chgData name="Kurayami Kurayami" userId="cf86d4f74176d0bb" providerId="LiveId" clId="{85D70D0E-78D5-4747-8283-6956A19F9A1B}" dt="2021-09-14T17:57:23.182" v="258" actId="1076"/>
          <ac:spMkLst>
            <pc:docMk/>
            <pc:sldMk cId="3388287384" sldId="310"/>
            <ac:spMk id="9" creationId="{00000000-0000-0000-0000-000000000000}"/>
          </ac:spMkLst>
        </pc:spChg>
        <pc:spChg chg="mod">
          <ac:chgData name="Kurayami Kurayami" userId="cf86d4f74176d0bb" providerId="LiveId" clId="{85D70D0E-78D5-4747-8283-6956A19F9A1B}" dt="2021-09-14T17:57:49.034" v="265" actId="20577"/>
          <ac:spMkLst>
            <pc:docMk/>
            <pc:sldMk cId="3388287384" sldId="310"/>
            <ac:spMk id="22" creationId="{B9ED5B73-6C5E-F14D-BF37-9D52698BF100}"/>
          </ac:spMkLst>
        </pc:spChg>
        <pc:spChg chg="mod">
          <ac:chgData name="Kurayami Kurayami" userId="cf86d4f74176d0bb" providerId="LiveId" clId="{85D70D0E-78D5-4747-8283-6956A19F9A1B}" dt="2021-09-14T17:57:28.528" v="259" actId="1076"/>
          <ac:spMkLst>
            <pc:docMk/>
            <pc:sldMk cId="3388287384" sldId="310"/>
            <ac:spMk id="27" creationId="{00000000-0000-0000-0000-000000000000}"/>
          </ac:spMkLst>
        </pc:spChg>
      </pc:sldChg>
      <pc:sldChg chg="addSp modSp add mod">
        <pc:chgData name="Kurayami Kurayami" userId="cf86d4f74176d0bb" providerId="LiveId" clId="{85D70D0E-78D5-4747-8283-6956A19F9A1B}" dt="2021-09-14T16:52:05.293" v="5"/>
        <pc:sldMkLst>
          <pc:docMk/>
          <pc:sldMk cId="2826293777" sldId="312"/>
        </pc:sldMkLst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2826293777" sldId="312"/>
            <ac:spMk id="2" creationId="{4BCC0C7C-CCBA-BA4F-8F77-0B766821F7A8}"/>
          </ac:spMkLst>
        </pc:spChg>
        <pc:spChg chg="add mod">
          <ac:chgData name="Kurayami Kurayami" userId="cf86d4f74176d0bb" providerId="LiveId" clId="{85D70D0E-78D5-4747-8283-6956A19F9A1B}" dt="2021-09-14T16:52:05.293" v="5"/>
          <ac:spMkLst>
            <pc:docMk/>
            <pc:sldMk cId="2826293777" sldId="312"/>
            <ac:spMk id="3" creationId="{7A460E52-6439-1045-B19F-3FC8136B71D3}"/>
          </ac:spMkLst>
        </pc:spChg>
        <pc:spChg chg="mod">
          <ac:chgData name="Kurayami Kurayami" userId="cf86d4f74176d0bb" providerId="LiveId" clId="{85D70D0E-78D5-4747-8283-6956A19F9A1B}" dt="2021-09-14T10:24:32.925" v="4" actId="20577"/>
          <ac:spMkLst>
            <pc:docMk/>
            <pc:sldMk cId="2826293777" sldId="312"/>
            <ac:spMk id="5" creationId="{E6C931A8-4630-4CDD-8EEE-60A9A2F97733}"/>
          </ac:spMkLst>
        </pc:spChg>
      </pc:sldChg>
      <pc:sldChg chg="modSp add mod">
        <pc:chgData name="Kurayami Kurayami" userId="cf86d4f74176d0bb" providerId="LiveId" clId="{85D70D0E-78D5-4747-8283-6956A19F9A1B}" dt="2021-09-14T18:02:15.838" v="363" actId="207"/>
        <pc:sldMkLst>
          <pc:docMk/>
          <pc:sldMk cId="506485607" sldId="313"/>
        </pc:sldMkLst>
        <pc:spChg chg="mod">
          <ac:chgData name="Kurayami Kurayami" userId="cf86d4f74176d0bb" providerId="LiveId" clId="{85D70D0E-78D5-4747-8283-6956A19F9A1B}" dt="2021-09-14T18:00:23.462" v="281" actId="20577"/>
          <ac:spMkLst>
            <pc:docMk/>
            <pc:sldMk cId="506485607" sldId="313"/>
            <ac:spMk id="4" creationId="{FECC0A0A-2940-9049-80AE-5B104112E43E}"/>
          </ac:spMkLst>
        </pc:spChg>
        <pc:spChg chg="mod">
          <ac:chgData name="Kurayami Kurayami" userId="cf86d4f74176d0bb" providerId="LiveId" clId="{85D70D0E-78D5-4747-8283-6956A19F9A1B}" dt="2021-09-14T18:00:47.973" v="304" actId="20577"/>
          <ac:spMkLst>
            <pc:docMk/>
            <pc:sldMk cId="506485607" sldId="313"/>
            <ac:spMk id="5" creationId="{913554D0-2C49-A747-996C-43D9A7C24F96}"/>
          </ac:spMkLst>
        </pc:spChg>
        <pc:spChg chg="mod">
          <ac:chgData name="Kurayami Kurayami" userId="cf86d4f74176d0bb" providerId="LiveId" clId="{85D70D0E-78D5-4747-8283-6956A19F9A1B}" dt="2021-09-14T18:00:29.531" v="289" actId="20577"/>
          <ac:spMkLst>
            <pc:docMk/>
            <pc:sldMk cId="506485607" sldId="313"/>
            <ac:spMk id="6" creationId="{F88436DE-45F0-2841-83D2-43349CBB93EE}"/>
          </ac:spMkLst>
        </pc:spChg>
        <pc:spChg chg="mod">
          <ac:chgData name="Kurayami Kurayami" userId="cf86d4f74176d0bb" providerId="LiveId" clId="{85D70D0E-78D5-4747-8283-6956A19F9A1B}" dt="2021-09-14T18:01:14.125" v="324" actId="1076"/>
          <ac:spMkLst>
            <pc:docMk/>
            <pc:sldMk cId="506485607" sldId="313"/>
            <ac:spMk id="7" creationId="{2CB59808-61F8-A247-B116-08C43683AC45}"/>
          </ac:spMkLst>
        </pc:spChg>
        <pc:spChg chg="mod">
          <ac:chgData name="Kurayami Kurayami" userId="cf86d4f74176d0bb" providerId="LiveId" clId="{85D70D0E-78D5-4747-8283-6956A19F9A1B}" dt="2021-09-14T18:01:50.806" v="347" actId="20577"/>
          <ac:spMkLst>
            <pc:docMk/>
            <pc:sldMk cId="506485607" sldId="313"/>
            <ac:spMk id="8" creationId="{68A3FDF8-935E-0146-BFB4-050BA97D1E2B}"/>
          </ac:spMkLst>
        </pc:spChg>
        <pc:spChg chg="mod">
          <ac:chgData name="Kurayami Kurayami" userId="cf86d4f74176d0bb" providerId="LiveId" clId="{85D70D0E-78D5-4747-8283-6956A19F9A1B}" dt="2021-09-14T18:02:15.838" v="363" actId="207"/>
          <ac:spMkLst>
            <pc:docMk/>
            <pc:sldMk cId="506485607" sldId="313"/>
            <ac:spMk id="9" creationId="{914DB57D-99F5-3B44-8E95-0CAB9543E97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1ECB5-9450-48C1-BC8B-02C838CDE6B9}" type="datetimeFigureOut">
              <a:rPr lang="en-US"/>
              <a:t>12/7/21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F2BE9C-E2E4-43F3-8D67-E9DB812BB9B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5794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E0964-1A1C-492A-8ABB-97C526CFCDFB}" type="datetimeFigureOut">
              <a:rPr lang="en-US"/>
              <a:t>12/7/21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06ED93-11B9-488C-8E71-3FBEB8F36D4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4635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06ED93-11B9-488C-8E71-3FBEB8F36D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377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663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06ED93-11B9-488C-8E71-3FBEB8F36D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44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06ED93-11B9-488C-8E71-3FBEB8F36D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095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06ED93-11B9-488C-8E71-3FBEB8F36D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841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06ED93-11B9-488C-8E71-3FBEB8F36D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59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06ED93-11B9-488C-8E71-3FBEB8F36D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997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06ED93-11B9-488C-8E71-3FBEB8F36D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6692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06ED93-11B9-488C-8E71-3FBEB8F36D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499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06ED93-11B9-488C-8E71-3FBEB8F36D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2201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06ED93-11B9-488C-8E71-3FBEB8F36D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9871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06ED93-11B9-488C-8E71-3FBEB8F36D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11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06ED93-11B9-488C-8E71-3FBEB8F36D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0598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06ED93-11B9-488C-8E71-3FBEB8F36D4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88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4EED3-F041-BA40-BB0F-BBB50CB30CE6}" type="datetime1">
              <a:rPr lang="en-US" smtClean="0"/>
              <a:t>12/7/21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3DE3F47B-3764-F344-A9B8-0F4A8D617165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40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D9DBC-1F7A-AB49-8CA8-90EAEFF0E95C}" type="datetime1">
              <a:rPr lang="en-US" smtClean="0"/>
              <a:t>12/7/21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155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2EB22-4423-F744-BA00-4E7AC89A2481}" type="datetime1">
              <a:rPr lang="en-US" smtClean="0"/>
              <a:t>12/7/21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87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7C5C5-9DFA-4E4B-A3D1-20FBDF4CB8FD}" type="datetime1">
              <a:rPr lang="en-US" smtClean="0"/>
              <a:t>12/7/21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691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1E6B2-F70C-4D4F-8975-732BD306F9F6}" type="datetime1">
              <a:rPr lang="en-US" smtClean="0"/>
              <a:t>12/7/21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737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F10B2-1FC1-444F-8D2A-78C4A8EC3AB3}" type="datetime1">
              <a:rPr lang="en-US" smtClean="0"/>
              <a:t>12/7/21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93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D1F3-FCDD-6F45-A197-DC1924B29930}" type="datetime1">
              <a:rPr lang="en-US" smtClean="0"/>
              <a:t>12/7/21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365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E9C94-9C3D-864E-A7F2-6ABE953D5F33}" type="datetime1">
              <a:rPr lang="en-US" smtClean="0"/>
              <a:t>12/7/21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360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389D8-66E4-A241-9170-595F2183491D}" type="datetime1">
              <a:rPr lang="en-US" smtClean="0"/>
              <a:t>12/7/21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88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47975-602D-5247-9271-BF63A5BF1D4C}" type="datetime1">
              <a:rPr lang="en-US" smtClean="0"/>
              <a:t>12/7/21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037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25BF0-6026-494A-B690-4AC5150EC8B7}" type="datetime1">
              <a:rPr lang="en-US" smtClean="0"/>
              <a:t>12/7/21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55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12AD138-2142-9F41-B6DC-688651B685D7}" type="datetime1">
              <a:rPr lang="en-US" smtClean="0"/>
              <a:t>12/7/21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Anhnn59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27BEA-0E01-4643-B2DE-F82012A02F2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789423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slide" Target="slide5.xml"/><Relationship Id="rId10" Type="http://schemas.openxmlformats.org/officeDocument/2006/relationships/slide" Target="slide10.xml"/><Relationship Id="rId4" Type="http://schemas.openxmlformats.org/officeDocument/2006/relationships/slide" Target="slide9.xml"/><Relationship Id="rId9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3874257" y="2031274"/>
            <a:ext cx="5682343" cy="279545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99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HGMaruGothicMPRO" panose="020F0609000000000000" pitchFamily="49" charset="-128"/>
                <a:ea typeface="HGMaruGothicMPRO" panose="020F0609000000000000" pitchFamily="49" charset="-128"/>
              </a:rPr>
              <a:t>漢字</a:t>
            </a:r>
            <a:endParaRPr lang="en-US" sz="2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900604" y="1727461"/>
            <a:ext cx="2604614" cy="60762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rial Rounded MT Bold" panose="020F0704030504030204" pitchFamily="34" charset="0"/>
              </a:rPr>
              <a:t>JPD</a:t>
            </a:r>
            <a:r>
              <a:rPr lang="vi-VN" altLang="ja-JP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rial Rounded MT Bold" panose="020F0704030504030204" pitchFamily="34" charset="0"/>
              </a:rPr>
              <a:t>226</a:t>
            </a:r>
            <a:endParaRPr lang="en-US" sz="3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5" name="Rounded Rectangle 23">
            <a:extLst>
              <a:ext uri="{FF2B5EF4-FFF2-40B4-BE49-F238E27FC236}">
                <a16:creationId xmlns:a16="http://schemas.microsoft.com/office/drawing/2014/main" id="{E6C931A8-4630-4CDD-8EEE-60A9A2F97733}"/>
              </a:ext>
            </a:extLst>
          </p:cNvPr>
          <p:cNvSpPr/>
          <p:nvPr/>
        </p:nvSpPr>
        <p:spPr>
          <a:xfrm>
            <a:off x="5350283" y="5439750"/>
            <a:ext cx="2918523" cy="60762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LESSON 12</a:t>
            </a:r>
            <a:endParaRPr lang="en-US" sz="3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C79B84-7893-9649-BCF6-5A0C49DEDB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295" y="137340"/>
            <a:ext cx="5551925" cy="6707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6FA900-F62F-8645-96AB-F054B1A2E240}"/>
              </a:ext>
            </a:extLst>
          </p:cNvPr>
          <p:cNvSpPr txBox="1"/>
          <p:nvPr/>
        </p:nvSpPr>
        <p:spPr>
          <a:xfrm>
            <a:off x="9422130" y="6181847"/>
            <a:ext cx="18229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92D050"/>
                </a:solidFill>
                <a:latin typeface="Cavolini" panose="020B0604020202020204" pitchFamily="34" charset="0"/>
                <a:ea typeface="Apple Color Emoji" pitchFamily="2" charset="0"/>
                <a:cs typeface="Cavolini" panose="020B0604020202020204" pitchFamily="34" charset="0"/>
              </a:rPr>
              <a:t>ANHNN59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CC0C7C-CCBA-BA4F-8F77-0B766821F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1E6AA-5DFE-D54A-8D71-60D0E68D6E22}" type="datetime1">
              <a:rPr lang="en-US" smtClean="0"/>
              <a:t>12/7/21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460E52-6439-1045-B19F-3FC8136B7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2826293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2419395" y="1729363"/>
            <a:ext cx="1255088" cy="1008951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顔</a:t>
            </a:r>
            <a:endParaRPr lang="en-US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8" name="Rounded Rectangle 7">
            <a:hlinkClick r:id="rId4" action="ppaction://hlinksldjump"/>
          </p:cNvPr>
          <p:cNvSpPr/>
          <p:nvPr/>
        </p:nvSpPr>
        <p:spPr>
          <a:xfrm>
            <a:off x="4225222" y="4741148"/>
            <a:ext cx="1266447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不</a:t>
            </a:r>
          </a:p>
        </p:txBody>
      </p:sp>
      <p:sp>
        <p:nvSpPr>
          <p:cNvPr id="9" name="Rounded Rectangle 8">
            <a:hlinkClick r:id="rId5" action="ppaction://hlinksldjump"/>
          </p:cNvPr>
          <p:cNvSpPr/>
          <p:nvPr/>
        </p:nvSpPr>
        <p:spPr>
          <a:xfrm>
            <a:off x="4310992" y="1777416"/>
            <a:ext cx="1223639" cy="941934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54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首</a:t>
            </a:r>
            <a:endParaRPr lang="en-US" altLang="ja-JP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0" name="Rounded Rectangle 9">
            <a:hlinkClick r:id="rId3" action="ppaction://hlinksldjump"/>
          </p:cNvPr>
          <p:cNvSpPr/>
          <p:nvPr/>
        </p:nvSpPr>
        <p:spPr>
          <a:xfrm>
            <a:off x="6139312" y="1792416"/>
            <a:ext cx="1332071" cy="95400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走</a:t>
            </a:r>
            <a:endParaRPr lang="en-US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1" name="Rounded Rectangle 10">
            <a:hlinkClick r:id="rId5" action="ppaction://hlinksldjump"/>
          </p:cNvPr>
          <p:cNvSpPr/>
          <p:nvPr/>
        </p:nvSpPr>
        <p:spPr>
          <a:xfrm>
            <a:off x="7978453" y="1784766"/>
            <a:ext cx="1294013" cy="934584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声</a:t>
            </a:r>
          </a:p>
        </p:txBody>
      </p:sp>
      <p:sp>
        <p:nvSpPr>
          <p:cNvPr id="16" name="Rounded Rectangle 15">
            <a:hlinkClick r:id="rId6" action="ppaction://hlinksldjump"/>
          </p:cNvPr>
          <p:cNvSpPr/>
          <p:nvPr/>
        </p:nvSpPr>
        <p:spPr>
          <a:xfrm>
            <a:off x="9908975" y="1782280"/>
            <a:ext cx="1294013" cy="934584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重</a:t>
            </a:r>
          </a:p>
        </p:txBody>
      </p:sp>
      <p:sp>
        <p:nvSpPr>
          <p:cNvPr id="17" name="Rounded Rectangle 16">
            <a:hlinkClick r:id="rId3" action="ppaction://hlinksldjump"/>
          </p:cNvPr>
          <p:cNvSpPr/>
          <p:nvPr/>
        </p:nvSpPr>
        <p:spPr>
          <a:xfrm>
            <a:off x="508025" y="1720479"/>
            <a:ext cx="1179565" cy="1017836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頭</a:t>
            </a:r>
            <a:endParaRPr lang="en-US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>
            <a:hlinkClick r:id="rId7" action="ppaction://hlinksldjump"/>
          </p:cNvPr>
          <p:cNvSpPr/>
          <p:nvPr/>
        </p:nvSpPr>
        <p:spPr>
          <a:xfrm>
            <a:off x="508025" y="4748523"/>
            <a:ext cx="1321434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太</a:t>
            </a:r>
          </a:p>
        </p:txBody>
      </p:sp>
      <p:sp>
        <p:nvSpPr>
          <p:cNvPr id="19" name="Rounded Rectangle 18">
            <a:hlinkClick r:id="rId8" action="ppaction://hlinksldjump"/>
          </p:cNvPr>
          <p:cNvSpPr/>
          <p:nvPr/>
        </p:nvSpPr>
        <p:spPr>
          <a:xfrm>
            <a:off x="2401861" y="4772381"/>
            <a:ext cx="1321435" cy="1025330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計</a:t>
            </a:r>
          </a:p>
        </p:txBody>
      </p:sp>
      <p:sp>
        <p:nvSpPr>
          <p:cNvPr id="20" name="Rounded Rectangle 19">
            <a:hlinkClick r:id="rId9" action="ppaction://hlinksldjump"/>
          </p:cNvPr>
          <p:cNvSpPr/>
          <p:nvPr/>
        </p:nvSpPr>
        <p:spPr>
          <a:xfrm>
            <a:off x="10018624" y="4672540"/>
            <a:ext cx="1371260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秒</a:t>
            </a:r>
            <a:endParaRPr lang="en-US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>
            <a:hlinkClick r:id="rId10" action="ppaction://hlinksldjump"/>
          </p:cNvPr>
          <p:cNvSpPr/>
          <p:nvPr/>
        </p:nvSpPr>
        <p:spPr>
          <a:xfrm>
            <a:off x="6135528" y="4711194"/>
            <a:ext cx="1306682" cy="1123846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痛</a:t>
            </a:r>
          </a:p>
        </p:txBody>
      </p:sp>
      <p:sp>
        <p:nvSpPr>
          <p:cNvPr id="22" name="Rounded Rectangle 21">
            <a:hlinkClick r:id="rId11" action="ppaction://hlinksldjump"/>
          </p:cNvPr>
          <p:cNvSpPr/>
          <p:nvPr/>
        </p:nvSpPr>
        <p:spPr>
          <a:xfrm>
            <a:off x="7993188" y="4672540"/>
            <a:ext cx="1371260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両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D38C03-C10C-4113-BB9F-46FC6EC253A8}"/>
              </a:ext>
            </a:extLst>
          </p:cNvPr>
          <p:cNvSpPr txBox="1"/>
          <p:nvPr/>
        </p:nvSpPr>
        <p:spPr>
          <a:xfrm>
            <a:off x="667492" y="1122649"/>
            <a:ext cx="828338" cy="5847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>
                <a:solidFill>
                  <a:schemeClr val="accent3">
                    <a:lumMod val="50000"/>
                  </a:schemeClr>
                </a:solidFill>
              </a:rPr>
              <a:t>①</a:t>
            </a:r>
            <a:endParaRPr lang="en-US" sz="32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E391CB-E4DF-40BE-B0EB-485B4CB3A7F3}"/>
              </a:ext>
            </a:extLst>
          </p:cNvPr>
          <p:cNvSpPr txBox="1"/>
          <p:nvPr/>
        </p:nvSpPr>
        <p:spPr>
          <a:xfrm>
            <a:off x="2607707" y="1130442"/>
            <a:ext cx="796251" cy="5877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>
                <a:solidFill>
                  <a:schemeClr val="accent3">
                    <a:lumMod val="50000"/>
                  </a:schemeClr>
                </a:solidFill>
              </a:rPr>
              <a:t>②</a:t>
            </a:r>
            <a:endParaRPr lang="en-US" sz="32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35FCB7-4E4E-4142-8395-0B9DD0F8FDE6}"/>
              </a:ext>
            </a:extLst>
          </p:cNvPr>
          <p:cNvSpPr txBox="1"/>
          <p:nvPr/>
        </p:nvSpPr>
        <p:spPr>
          <a:xfrm>
            <a:off x="4524685" y="1204666"/>
            <a:ext cx="796251" cy="5877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>
                <a:solidFill>
                  <a:schemeClr val="accent3">
                    <a:lumMod val="50000"/>
                  </a:schemeClr>
                </a:solidFill>
              </a:rPr>
              <a:t>③</a:t>
            </a:r>
            <a:endParaRPr lang="en-US" sz="32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4E5BA0-1C66-48BA-A8EA-A0ECB33DE74A}"/>
              </a:ext>
            </a:extLst>
          </p:cNvPr>
          <p:cNvSpPr txBox="1"/>
          <p:nvPr/>
        </p:nvSpPr>
        <p:spPr>
          <a:xfrm>
            <a:off x="6394528" y="1194529"/>
            <a:ext cx="796251" cy="5877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>
                <a:solidFill>
                  <a:schemeClr val="accent3">
                    <a:lumMod val="50000"/>
                  </a:schemeClr>
                </a:solidFill>
              </a:rPr>
              <a:t>④</a:t>
            </a:r>
            <a:endParaRPr lang="en-US" sz="32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CD47E3-F25E-42A2-AADC-5C1592165D0C}"/>
              </a:ext>
            </a:extLst>
          </p:cNvPr>
          <p:cNvSpPr txBox="1"/>
          <p:nvPr/>
        </p:nvSpPr>
        <p:spPr>
          <a:xfrm>
            <a:off x="8106008" y="1194529"/>
            <a:ext cx="851543" cy="5877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>
                <a:solidFill>
                  <a:schemeClr val="accent3">
                    <a:lumMod val="50000"/>
                  </a:schemeClr>
                </a:solidFill>
              </a:rPr>
              <a:t>⑤</a:t>
            </a:r>
            <a:endParaRPr lang="en-US" sz="32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4440FD-4ED4-4EB4-AC33-CE156A9B4969}"/>
              </a:ext>
            </a:extLst>
          </p:cNvPr>
          <p:cNvSpPr txBox="1"/>
          <p:nvPr/>
        </p:nvSpPr>
        <p:spPr>
          <a:xfrm>
            <a:off x="10155779" y="1194528"/>
            <a:ext cx="800403" cy="5877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>
                <a:solidFill>
                  <a:schemeClr val="accent3">
                    <a:lumMod val="50000"/>
                  </a:schemeClr>
                </a:solidFill>
              </a:rPr>
              <a:t>⑥</a:t>
            </a:r>
            <a:endParaRPr lang="en-US" sz="32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BE4D55-F6CE-4E64-B3D9-29E7BAB9371C}"/>
              </a:ext>
            </a:extLst>
          </p:cNvPr>
          <p:cNvSpPr txBox="1"/>
          <p:nvPr/>
        </p:nvSpPr>
        <p:spPr>
          <a:xfrm>
            <a:off x="682902" y="4157236"/>
            <a:ext cx="851543" cy="5877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>
                <a:solidFill>
                  <a:schemeClr val="accent3">
                    <a:lumMod val="50000"/>
                  </a:schemeClr>
                </a:solidFill>
              </a:rPr>
              <a:t>⑦</a:t>
            </a:r>
            <a:endParaRPr lang="en-US" sz="32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3753E6-D909-40AD-8424-3F770EC72BCF}"/>
              </a:ext>
            </a:extLst>
          </p:cNvPr>
          <p:cNvSpPr txBox="1"/>
          <p:nvPr/>
        </p:nvSpPr>
        <p:spPr>
          <a:xfrm>
            <a:off x="2588726" y="4184630"/>
            <a:ext cx="851543" cy="5877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>
                <a:solidFill>
                  <a:schemeClr val="accent3">
                    <a:lumMod val="50000"/>
                  </a:schemeClr>
                </a:solidFill>
              </a:rPr>
              <a:t>⑧</a:t>
            </a:r>
            <a:endParaRPr lang="en-US" sz="32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97A06A-36F3-40D5-9B0D-C0D31B90BED0}"/>
              </a:ext>
            </a:extLst>
          </p:cNvPr>
          <p:cNvSpPr txBox="1"/>
          <p:nvPr/>
        </p:nvSpPr>
        <p:spPr>
          <a:xfrm>
            <a:off x="4465603" y="4145199"/>
            <a:ext cx="844045" cy="5877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>
                <a:solidFill>
                  <a:schemeClr val="accent3">
                    <a:lumMod val="50000"/>
                  </a:schemeClr>
                </a:solidFill>
              </a:rPr>
              <a:t>⑨</a:t>
            </a:r>
            <a:endParaRPr lang="en-US" sz="32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F08081-0266-43EE-8035-61CD90375D12}"/>
              </a:ext>
            </a:extLst>
          </p:cNvPr>
          <p:cNvSpPr txBox="1"/>
          <p:nvPr/>
        </p:nvSpPr>
        <p:spPr>
          <a:xfrm>
            <a:off x="6389876" y="4104989"/>
            <a:ext cx="844045" cy="5877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>
                <a:solidFill>
                  <a:schemeClr val="accent3">
                    <a:lumMod val="50000"/>
                  </a:schemeClr>
                </a:solidFill>
              </a:rPr>
              <a:t>⑩</a:t>
            </a:r>
            <a:endParaRPr lang="en-US" sz="32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174701-6E3B-452C-9CE0-15A11E34006E}"/>
              </a:ext>
            </a:extLst>
          </p:cNvPr>
          <p:cNvSpPr txBox="1"/>
          <p:nvPr/>
        </p:nvSpPr>
        <p:spPr>
          <a:xfrm>
            <a:off x="8281507" y="4103786"/>
            <a:ext cx="844045" cy="5877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>
                <a:solidFill>
                  <a:schemeClr val="accent3">
                    <a:lumMod val="50000"/>
                  </a:schemeClr>
                </a:solidFill>
              </a:rPr>
              <a:t>⑪</a:t>
            </a:r>
            <a:endParaRPr lang="en-US" sz="32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B8C552-3EE7-4B19-857F-8094B497E429}"/>
              </a:ext>
            </a:extLst>
          </p:cNvPr>
          <p:cNvSpPr txBox="1"/>
          <p:nvPr/>
        </p:nvSpPr>
        <p:spPr>
          <a:xfrm>
            <a:off x="10283916" y="4057432"/>
            <a:ext cx="840676" cy="5847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>
                <a:solidFill>
                  <a:schemeClr val="accent3">
                    <a:lumMod val="50000"/>
                  </a:schemeClr>
                </a:solidFill>
              </a:rPr>
              <a:t>⑫</a:t>
            </a:r>
            <a:endParaRPr lang="en-US" sz="32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FDB647-BF60-B640-BC85-1CC5D6D9E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A9A13-5996-0446-BF0C-319E9A02EBB3}" type="datetime1">
              <a:rPr lang="en-US" smtClean="0"/>
              <a:t>12/7/21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2F8012-1154-1646-AD87-84E1B5430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353364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00860" y="297238"/>
            <a:ext cx="960963" cy="914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4400" b="1" dirty="0">
                <a:solidFill>
                  <a:srgbClr val="92D050"/>
                </a:solidFill>
              </a:rPr>
              <a:t>1</a:t>
            </a:r>
            <a:endParaRPr lang="en-US" sz="4400" b="1" dirty="0">
              <a:solidFill>
                <a:srgbClr val="92D05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409252" y="2760276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～頭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13036" y="2760276"/>
            <a:ext cx="303320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～とう</a:t>
            </a:r>
            <a:endParaRPr lang="en-GB" altLang="ja-JP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56E008B-D1F1-EB41-AB6F-6A4E7BAD153F}"/>
              </a:ext>
            </a:extLst>
          </p:cNvPr>
          <p:cNvGrpSpPr/>
          <p:nvPr/>
        </p:nvGrpSpPr>
        <p:grpSpPr>
          <a:xfrm>
            <a:off x="1248424" y="129618"/>
            <a:ext cx="7729224" cy="2355533"/>
            <a:chOff x="-144329" y="248495"/>
            <a:chExt cx="7108371" cy="23555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2FCA5F4-FAEE-344A-B391-C5BBFE757A5C}"/>
                </a:ext>
              </a:extLst>
            </p:cNvPr>
            <p:cNvSpPr/>
            <p:nvPr/>
          </p:nvSpPr>
          <p:spPr>
            <a:xfrm>
              <a:off x="-144329" y="248495"/>
              <a:ext cx="7108371" cy="23555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9899AFA-D302-3849-9C2D-F8B8AC87CE4F}"/>
                </a:ext>
              </a:extLst>
            </p:cNvPr>
            <p:cNvSpPr txBox="1"/>
            <p:nvPr/>
          </p:nvSpPr>
          <p:spPr>
            <a:xfrm>
              <a:off x="1938387" y="698782"/>
              <a:ext cx="1371600" cy="1323439"/>
            </a:xfrm>
            <a:prstGeom prst="rect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8000" b="1" dirty="0">
                  <a:solidFill>
                    <a:srgbClr val="FFFF00"/>
                  </a:solidFill>
                </a:rPr>
                <a:t>頭</a:t>
              </a: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8FE0BD54-984D-F94D-9EC2-A5F2F7F84143}"/>
              </a:ext>
            </a:extLst>
          </p:cNvPr>
          <p:cNvSpPr/>
          <p:nvPr/>
        </p:nvSpPr>
        <p:spPr>
          <a:xfrm>
            <a:off x="1552062" y="783818"/>
            <a:ext cx="1673524" cy="89415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FFC000"/>
                </a:solidFill>
              </a:rPr>
              <a:t>ĐẦU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DEF7B1C-D9A9-EE42-BB0F-E6D3883A7141}"/>
              </a:ext>
            </a:extLst>
          </p:cNvPr>
          <p:cNvSpPr/>
          <p:nvPr/>
        </p:nvSpPr>
        <p:spPr>
          <a:xfrm>
            <a:off x="5326435" y="246722"/>
            <a:ext cx="3260974" cy="78173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トウ</a:t>
            </a:r>
            <a:endParaRPr lang="en-US" sz="4000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5CA8084-B57F-A94B-A124-48FDC3D9B882}"/>
              </a:ext>
            </a:extLst>
          </p:cNvPr>
          <p:cNvSpPr/>
          <p:nvPr/>
        </p:nvSpPr>
        <p:spPr>
          <a:xfrm>
            <a:off x="5326435" y="1180692"/>
            <a:ext cx="3260974" cy="119924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/>
              <a:t>あたま</a:t>
            </a:r>
            <a:endParaRPr lang="ja-JP" altLang="en-US" sz="4000" dirty="0"/>
          </a:p>
        </p:txBody>
      </p:sp>
      <p:sp>
        <p:nvSpPr>
          <p:cNvPr id="21" name="Rounded Rectangle 8">
            <a:extLst>
              <a:ext uri="{FF2B5EF4-FFF2-40B4-BE49-F238E27FC236}">
                <a16:creationId xmlns:a16="http://schemas.microsoft.com/office/drawing/2014/main" id="{886B89D3-3360-4B7E-B0D7-C81E8D8E8574}"/>
              </a:ext>
            </a:extLst>
          </p:cNvPr>
          <p:cNvSpPr/>
          <p:nvPr/>
        </p:nvSpPr>
        <p:spPr>
          <a:xfrm>
            <a:off x="1402995" y="3932369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先頭</a:t>
            </a:r>
          </a:p>
        </p:txBody>
      </p:sp>
      <p:sp>
        <p:nvSpPr>
          <p:cNvPr id="24" name="Rounded Rectangle 26">
            <a:extLst>
              <a:ext uri="{FF2B5EF4-FFF2-40B4-BE49-F238E27FC236}">
                <a16:creationId xmlns:a16="http://schemas.microsoft.com/office/drawing/2014/main" id="{61B90F61-6055-49E3-A149-D5EE8D90DF70}"/>
              </a:ext>
            </a:extLst>
          </p:cNvPr>
          <p:cNvSpPr/>
          <p:nvPr/>
        </p:nvSpPr>
        <p:spPr>
          <a:xfrm>
            <a:off x="5113036" y="3932369"/>
            <a:ext cx="303320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せんとう</a:t>
            </a:r>
            <a:endParaRPr 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923F4E9E-8CE6-46FF-9CE9-5E6ADF3BEC56}"/>
              </a:ext>
            </a:extLst>
          </p:cNvPr>
          <p:cNvSpPr/>
          <p:nvPr/>
        </p:nvSpPr>
        <p:spPr>
          <a:xfrm>
            <a:off x="1400706" y="5104461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頭痛</a:t>
            </a:r>
          </a:p>
        </p:txBody>
      </p:sp>
      <p:sp>
        <p:nvSpPr>
          <p:cNvPr id="31" name="Rounded Rectangle 26">
            <a:extLst>
              <a:ext uri="{FF2B5EF4-FFF2-40B4-BE49-F238E27FC236}">
                <a16:creationId xmlns:a16="http://schemas.microsoft.com/office/drawing/2014/main" id="{A4D708CD-0566-44C8-BE53-EFCEE07E9974}"/>
              </a:ext>
            </a:extLst>
          </p:cNvPr>
          <p:cNvSpPr/>
          <p:nvPr/>
        </p:nvSpPr>
        <p:spPr>
          <a:xfrm>
            <a:off x="5113036" y="5104461"/>
            <a:ext cx="303320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ずつう</a:t>
            </a:r>
            <a:endParaRPr 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1F5E82E-ECAF-4651-857A-C0736D5DE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211" y="3618905"/>
            <a:ext cx="3794789" cy="14134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6" name="Picture 2" descr="「頭」の書き順・筆順">
            <a:extLst>
              <a:ext uri="{FF2B5EF4-FFF2-40B4-BE49-F238E27FC236}">
                <a16:creationId xmlns:a16="http://schemas.microsoft.com/office/drawing/2014/main" id="{AFFC5059-2044-4567-8C74-9C7351F45D6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7648" y="0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DE039B-77D6-E540-95EC-A64986595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21E1A-1EAD-C346-8DEC-78002224769D}" type="datetime1">
              <a:rPr lang="en-US" smtClean="0"/>
              <a:t>12/7/21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B5EF81-7542-0B4B-A15F-B04488C58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66130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7" grpId="0" animBg="1"/>
      <p:bldP spid="20" grpId="0" animBg="1"/>
      <p:bldP spid="22" grpId="0" animBg="1"/>
      <p:bldP spid="23" grpId="0" animBg="1"/>
      <p:bldP spid="21" grpId="0" animBg="1"/>
      <p:bldP spid="24" grpId="0" animBg="1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0" y="316498"/>
            <a:ext cx="1159379" cy="914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400" b="1" dirty="0">
                <a:solidFill>
                  <a:srgbClr val="92D050"/>
                </a:solidFill>
              </a:rPr>
              <a:t>2</a:t>
            </a:r>
            <a:endParaRPr lang="en-US" sz="4400" b="1" dirty="0">
              <a:solidFill>
                <a:srgbClr val="92D050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56E008B-D1F1-EB41-AB6F-6A4E7BAD153F}"/>
              </a:ext>
            </a:extLst>
          </p:cNvPr>
          <p:cNvGrpSpPr/>
          <p:nvPr/>
        </p:nvGrpSpPr>
        <p:grpSpPr>
          <a:xfrm>
            <a:off x="1248424" y="129618"/>
            <a:ext cx="7729224" cy="2355533"/>
            <a:chOff x="-144329" y="248495"/>
            <a:chExt cx="7108371" cy="23555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2FCA5F4-FAEE-344A-B391-C5BBFE757A5C}"/>
                </a:ext>
              </a:extLst>
            </p:cNvPr>
            <p:cNvSpPr/>
            <p:nvPr/>
          </p:nvSpPr>
          <p:spPr>
            <a:xfrm>
              <a:off x="-144329" y="248495"/>
              <a:ext cx="7108371" cy="23555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9899AFA-D302-3849-9C2D-F8B8AC87CE4F}"/>
                </a:ext>
              </a:extLst>
            </p:cNvPr>
            <p:cNvSpPr txBox="1"/>
            <p:nvPr/>
          </p:nvSpPr>
          <p:spPr>
            <a:xfrm>
              <a:off x="1938387" y="698782"/>
              <a:ext cx="1371600" cy="1323439"/>
            </a:xfrm>
            <a:prstGeom prst="rect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8000" b="1" dirty="0">
                  <a:solidFill>
                    <a:srgbClr val="FFFF00"/>
                  </a:solidFill>
                </a:rPr>
                <a:t>顔</a:t>
              </a: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8FE0BD54-984D-F94D-9EC2-A5F2F7F84143}"/>
              </a:ext>
            </a:extLst>
          </p:cNvPr>
          <p:cNvSpPr/>
          <p:nvPr/>
        </p:nvSpPr>
        <p:spPr>
          <a:xfrm>
            <a:off x="1536020" y="783818"/>
            <a:ext cx="1673524" cy="89415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b="1" dirty="0">
                <a:solidFill>
                  <a:srgbClr val="FFC000"/>
                </a:solidFill>
              </a:rPr>
              <a:t>NHAN</a:t>
            </a:r>
            <a:endParaRPr lang="en-US" sz="3600" b="1" dirty="0">
              <a:solidFill>
                <a:srgbClr val="FFC000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DEF7B1C-D9A9-EE42-BB0F-E6D3883A7141}"/>
              </a:ext>
            </a:extLst>
          </p:cNvPr>
          <p:cNvSpPr/>
          <p:nvPr/>
        </p:nvSpPr>
        <p:spPr>
          <a:xfrm>
            <a:off x="5326435" y="246722"/>
            <a:ext cx="3260974" cy="78173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ガン</a:t>
            </a:r>
            <a:endParaRPr lang="en-US" sz="4000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5CA8084-B57F-A94B-A124-48FDC3D9B882}"/>
              </a:ext>
            </a:extLst>
          </p:cNvPr>
          <p:cNvSpPr/>
          <p:nvPr/>
        </p:nvSpPr>
        <p:spPr>
          <a:xfrm>
            <a:off x="5326435" y="1180692"/>
            <a:ext cx="3260974" cy="119924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/>
              <a:t>かお</a:t>
            </a:r>
            <a:endParaRPr lang="ja-JP" altLang="en-US" sz="4000" dirty="0"/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15DBADE0-C526-4F7A-B768-ADBB59EB827C}"/>
              </a:ext>
            </a:extLst>
          </p:cNvPr>
          <p:cNvSpPr/>
          <p:nvPr/>
        </p:nvSpPr>
        <p:spPr>
          <a:xfrm>
            <a:off x="1409078" y="3492551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洗顔料</a:t>
            </a:r>
          </a:p>
        </p:txBody>
      </p:sp>
      <p:sp>
        <p:nvSpPr>
          <p:cNvPr id="18" name="Rounded Rectangle 26">
            <a:extLst>
              <a:ext uri="{FF2B5EF4-FFF2-40B4-BE49-F238E27FC236}">
                <a16:creationId xmlns:a16="http://schemas.microsoft.com/office/drawing/2014/main" id="{30292586-B387-4192-8696-AC4241D499CD}"/>
              </a:ext>
            </a:extLst>
          </p:cNvPr>
          <p:cNvSpPr/>
          <p:nvPr/>
        </p:nvSpPr>
        <p:spPr>
          <a:xfrm>
            <a:off x="4438550" y="3492550"/>
            <a:ext cx="303320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2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せんがんりょう</a:t>
            </a:r>
            <a:endParaRPr lang="en-US" sz="32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Rounded Rectangle 8">
            <a:extLst>
              <a:ext uri="{FF2B5EF4-FFF2-40B4-BE49-F238E27FC236}">
                <a16:creationId xmlns:a16="http://schemas.microsoft.com/office/drawing/2014/main" id="{55EA695F-5995-4193-88DF-8E8B80ECD2ED}"/>
              </a:ext>
            </a:extLst>
          </p:cNvPr>
          <p:cNvSpPr/>
          <p:nvPr/>
        </p:nvSpPr>
        <p:spPr>
          <a:xfrm>
            <a:off x="1409078" y="4852165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顔色</a:t>
            </a:r>
          </a:p>
        </p:txBody>
      </p:sp>
      <p:sp>
        <p:nvSpPr>
          <p:cNvPr id="32" name="Rounded Rectangle 26">
            <a:extLst>
              <a:ext uri="{FF2B5EF4-FFF2-40B4-BE49-F238E27FC236}">
                <a16:creationId xmlns:a16="http://schemas.microsoft.com/office/drawing/2014/main" id="{3C28F0AB-031E-4042-BBF1-34DAD62299E5}"/>
              </a:ext>
            </a:extLst>
          </p:cNvPr>
          <p:cNvSpPr/>
          <p:nvPr/>
        </p:nvSpPr>
        <p:spPr>
          <a:xfrm>
            <a:off x="4438550" y="4828671"/>
            <a:ext cx="303320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かおいろ</a:t>
            </a:r>
            <a:endParaRPr 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686DA54-8E15-4065-A82C-12E1C7436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95714">
            <a:off x="7911939" y="3603330"/>
            <a:ext cx="4088307" cy="15571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50" name="Picture 2" descr="「顔」の書き順・筆順">
            <a:extLst>
              <a:ext uri="{FF2B5EF4-FFF2-40B4-BE49-F238E27FC236}">
                <a16:creationId xmlns:a16="http://schemas.microsoft.com/office/drawing/2014/main" id="{728E02DF-D86A-4B20-BFBC-CD324EC2BF1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00" y="0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BDDAA5-29AB-384F-BE22-49514CE0A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E86BA-328E-1F46-9B56-023F74262F19}" type="datetime1">
              <a:rPr lang="en-US" smtClean="0"/>
              <a:t>12/7/21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7327B3-B120-D94C-AD18-09B6A6198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446688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3" grpId="0" animBg="1"/>
      <p:bldP spid="17" grpId="0" animBg="1"/>
      <p:bldP spid="18" grpId="0" animBg="1"/>
      <p:bldP spid="21" grpId="0" animBg="1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0" y="316498"/>
            <a:ext cx="1159379" cy="914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400" b="1" dirty="0">
                <a:solidFill>
                  <a:srgbClr val="92D050"/>
                </a:solidFill>
              </a:rPr>
              <a:t>3</a:t>
            </a:r>
            <a:endParaRPr lang="en-US" sz="4400" b="1" dirty="0">
              <a:solidFill>
                <a:srgbClr val="92D05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411092" y="3200400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首都</a:t>
            </a:r>
            <a:endParaRPr lang="ja-JP" alt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821716" y="3200400"/>
            <a:ext cx="303320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しゅと</a:t>
            </a:r>
            <a:endParaRPr 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388340" y="4085075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足首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21715" y="4085075"/>
            <a:ext cx="3033207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あしくび</a:t>
            </a:r>
            <a:endParaRPr 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1A3117B-ECA9-3142-8584-438E438E846F}"/>
              </a:ext>
            </a:extLst>
          </p:cNvPr>
          <p:cNvGrpSpPr/>
          <p:nvPr/>
        </p:nvGrpSpPr>
        <p:grpSpPr>
          <a:xfrm>
            <a:off x="1248424" y="129618"/>
            <a:ext cx="7729224" cy="2355533"/>
            <a:chOff x="-144329" y="248495"/>
            <a:chExt cx="7108371" cy="235553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EC9F88-7EE4-1247-A7CD-75B2BA12B836}"/>
                </a:ext>
              </a:extLst>
            </p:cNvPr>
            <p:cNvSpPr/>
            <p:nvPr/>
          </p:nvSpPr>
          <p:spPr>
            <a:xfrm>
              <a:off x="-144329" y="248495"/>
              <a:ext cx="7108371" cy="23555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95145E1-3862-0C4B-9F2D-0B04D0A7DDD0}"/>
                </a:ext>
              </a:extLst>
            </p:cNvPr>
            <p:cNvSpPr txBox="1"/>
            <p:nvPr/>
          </p:nvSpPr>
          <p:spPr>
            <a:xfrm>
              <a:off x="1938387" y="698782"/>
              <a:ext cx="1371600" cy="1323439"/>
            </a:xfrm>
            <a:prstGeom prst="rect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8000" b="1" dirty="0">
                  <a:solidFill>
                    <a:srgbClr val="FFFF00"/>
                  </a:solidFill>
                </a:rPr>
                <a:t>首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08DC597-EB49-A94B-860B-BE7F9B2DAA03}"/>
              </a:ext>
            </a:extLst>
          </p:cNvPr>
          <p:cNvSpPr/>
          <p:nvPr/>
        </p:nvSpPr>
        <p:spPr>
          <a:xfrm>
            <a:off x="1552062" y="783818"/>
            <a:ext cx="1673524" cy="89415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b="1" dirty="0">
                <a:solidFill>
                  <a:srgbClr val="FFC000"/>
                </a:solidFill>
              </a:rPr>
              <a:t>THỦ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22F9B82-4183-FA41-916C-1D63292957B2}"/>
              </a:ext>
            </a:extLst>
          </p:cNvPr>
          <p:cNvSpPr/>
          <p:nvPr/>
        </p:nvSpPr>
        <p:spPr>
          <a:xfrm>
            <a:off x="5326435" y="246722"/>
            <a:ext cx="3260974" cy="78173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シュ</a:t>
            </a:r>
            <a:endParaRPr lang="en-US" sz="4000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605C8DF-99E9-F441-8366-2A10A55DB4B1}"/>
              </a:ext>
            </a:extLst>
          </p:cNvPr>
          <p:cNvSpPr/>
          <p:nvPr/>
        </p:nvSpPr>
        <p:spPr>
          <a:xfrm>
            <a:off x="5326435" y="1180692"/>
            <a:ext cx="3260974" cy="119924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/>
              <a:t>くび</a:t>
            </a:r>
            <a:endParaRPr lang="ja-JP" altLang="en-US" sz="4000" dirty="0"/>
          </a:p>
        </p:txBody>
      </p:sp>
      <p:sp>
        <p:nvSpPr>
          <p:cNvPr id="18" name="Rounded Rectangle 27">
            <a:extLst>
              <a:ext uri="{FF2B5EF4-FFF2-40B4-BE49-F238E27FC236}">
                <a16:creationId xmlns:a16="http://schemas.microsoft.com/office/drawing/2014/main" id="{B47A547C-3BC7-4EC2-A002-1CB10E7CE0C6}"/>
              </a:ext>
            </a:extLst>
          </p:cNvPr>
          <p:cNvSpPr/>
          <p:nvPr/>
        </p:nvSpPr>
        <p:spPr>
          <a:xfrm>
            <a:off x="1388340" y="4969750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手首</a:t>
            </a:r>
          </a:p>
        </p:txBody>
      </p:sp>
      <p:sp>
        <p:nvSpPr>
          <p:cNvPr id="19" name="Rounded Rectangle 28">
            <a:extLst>
              <a:ext uri="{FF2B5EF4-FFF2-40B4-BE49-F238E27FC236}">
                <a16:creationId xmlns:a16="http://schemas.microsoft.com/office/drawing/2014/main" id="{100A8CAD-E762-4E77-8984-F651298ED1C2}"/>
              </a:ext>
            </a:extLst>
          </p:cNvPr>
          <p:cNvSpPr/>
          <p:nvPr/>
        </p:nvSpPr>
        <p:spPr>
          <a:xfrm>
            <a:off x="4821715" y="4969750"/>
            <a:ext cx="3033207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てくび</a:t>
            </a:r>
            <a:endParaRPr 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DD409BE-F905-45F9-9368-80E4EE9B3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097" y="3413332"/>
            <a:ext cx="4031930" cy="16188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7636A90-7578-4ABF-9DAB-C610A379B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0"/>
            <a:ext cx="3200400" cy="32004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C46153-662A-7D43-AF8F-CBAC8D116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947A7-C14E-3247-882F-57CF391A533F}" type="datetime1">
              <a:rPr lang="en-US" smtClean="0"/>
              <a:t>12/7/21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3DD36-E3C0-9549-A142-91757464A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2719583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7" grpId="0" animBg="1"/>
      <p:bldP spid="28" grpId="0" animBg="1"/>
      <p:bldP spid="29" grpId="0" animBg="1"/>
      <p:bldP spid="22" grpId="0" animBg="1"/>
      <p:bldP spid="23" grpId="0" animBg="1"/>
      <p:bldP spid="24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0" y="316498"/>
            <a:ext cx="1159379" cy="914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400" b="1" dirty="0">
                <a:solidFill>
                  <a:srgbClr val="92D050"/>
                </a:solidFill>
              </a:rPr>
              <a:t>4</a:t>
            </a:r>
            <a:endParaRPr lang="en-US" sz="4400" b="1" dirty="0">
              <a:solidFill>
                <a:srgbClr val="92D050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566D07-B4A9-7045-A008-5C244A2D3B97}"/>
              </a:ext>
            </a:extLst>
          </p:cNvPr>
          <p:cNvGrpSpPr/>
          <p:nvPr/>
        </p:nvGrpSpPr>
        <p:grpSpPr>
          <a:xfrm>
            <a:off x="1248424" y="129618"/>
            <a:ext cx="7729224" cy="2355533"/>
            <a:chOff x="-144329" y="248495"/>
            <a:chExt cx="7108371" cy="235553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C1F181E-8515-B445-90CE-D09BE8833D09}"/>
                </a:ext>
              </a:extLst>
            </p:cNvPr>
            <p:cNvSpPr/>
            <p:nvPr/>
          </p:nvSpPr>
          <p:spPr>
            <a:xfrm>
              <a:off x="-144329" y="248495"/>
              <a:ext cx="7108371" cy="23555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5680F24-4587-8748-ACD9-4AFEAC38AC5D}"/>
                </a:ext>
              </a:extLst>
            </p:cNvPr>
            <p:cNvSpPr txBox="1"/>
            <p:nvPr/>
          </p:nvSpPr>
          <p:spPr>
            <a:xfrm>
              <a:off x="1938387" y="698782"/>
              <a:ext cx="1371600" cy="1323439"/>
            </a:xfrm>
            <a:prstGeom prst="rect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8000" b="1" dirty="0">
                  <a:solidFill>
                    <a:srgbClr val="FFFF00"/>
                  </a:solidFill>
                </a:rPr>
                <a:t>走</a:t>
              </a: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54719BD8-3C5D-6F46-8B60-12D303BBCC79}"/>
              </a:ext>
            </a:extLst>
          </p:cNvPr>
          <p:cNvSpPr/>
          <p:nvPr/>
        </p:nvSpPr>
        <p:spPr>
          <a:xfrm>
            <a:off x="1552062" y="783818"/>
            <a:ext cx="1673524" cy="89415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b="1" dirty="0">
                <a:solidFill>
                  <a:srgbClr val="FFC000"/>
                </a:solidFill>
              </a:rPr>
              <a:t>TẨU</a:t>
            </a:r>
            <a:endParaRPr lang="en-US" sz="3600" b="1" dirty="0">
              <a:solidFill>
                <a:srgbClr val="FFC000"/>
              </a:solidFill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EF679B3-9638-3F4A-82A6-EEBA0BB962A9}"/>
              </a:ext>
            </a:extLst>
          </p:cNvPr>
          <p:cNvSpPr/>
          <p:nvPr/>
        </p:nvSpPr>
        <p:spPr>
          <a:xfrm>
            <a:off x="5326435" y="246722"/>
            <a:ext cx="3260974" cy="78173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ソウ</a:t>
            </a:r>
            <a:endParaRPr lang="en-US" sz="4000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495D59E-DF2A-B04A-8341-AB237CE1AB26}"/>
              </a:ext>
            </a:extLst>
          </p:cNvPr>
          <p:cNvSpPr/>
          <p:nvPr/>
        </p:nvSpPr>
        <p:spPr>
          <a:xfrm>
            <a:off x="5326435" y="1146786"/>
            <a:ext cx="3260974" cy="119924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/>
              <a:t>はし・る</a:t>
            </a:r>
            <a:endParaRPr lang="ja-JP" altLang="en-US" sz="4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0F090B2-9503-4B1F-83BE-DE28DE98C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353" y="3906855"/>
            <a:ext cx="6203824" cy="23712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074" name="Picture 2" descr="「走」の書き順・筆順">
            <a:extLst>
              <a:ext uri="{FF2B5EF4-FFF2-40B4-BE49-F238E27FC236}">
                <a16:creationId xmlns:a16="http://schemas.microsoft.com/office/drawing/2014/main" id="{90154DC4-BFBC-48CC-B786-853A37C5B68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00" y="-4397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F9A3E1-19FE-9840-882A-4FC805116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CF69D-BDCE-0B4E-BB0E-051BBA81426F}" type="datetime1">
              <a:rPr lang="en-US" smtClean="0"/>
              <a:t>12/7/21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7D2DCF-57B2-E447-8CE9-FB23E937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2947502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0" y="316498"/>
            <a:ext cx="1159379" cy="914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400" b="1" dirty="0">
                <a:solidFill>
                  <a:srgbClr val="92D050"/>
                </a:solidFill>
              </a:rPr>
              <a:t>5</a:t>
            </a:r>
            <a:endParaRPr lang="en-US" sz="4400" b="1" dirty="0">
              <a:solidFill>
                <a:srgbClr val="92D050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254699" y="3139351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音声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5323" y="3139351"/>
            <a:ext cx="3033207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おんせい</a:t>
            </a:r>
            <a:endParaRPr 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53999FC-16BC-1144-96DC-7EEC1496FC6B}"/>
              </a:ext>
            </a:extLst>
          </p:cNvPr>
          <p:cNvGrpSpPr/>
          <p:nvPr/>
        </p:nvGrpSpPr>
        <p:grpSpPr>
          <a:xfrm>
            <a:off x="1248424" y="129618"/>
            <a:ext cx="7729224" cy="2355533"/>
            <a:chOff x="-144329" y="248495"/>
            <a:chExt cx="7108371" cy="235553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DC5ACD-5037-4B4C-89C5-75A01F8E40FE}"/>
                </a:ext>
              </a:extLst>
            </p:cNvPr>
            <p:cNvSpPr/>
            <p:nvPr/>
          </p:nvSpPr>
          <p:spPr>
            <a:xfrm>
              <a:off x="-144329" y="248495"/>
              <a:ext cx="7108371" cy="23555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9C43C8-1F46-6C49-9025-96E992A05EFF}"/>
                </a:ext>
              </a:extLst>
            </p:cNvPr>
            <p:cNvSpPr txBox="1"/>
            <p:nvPr/>
          </p:nvSpPr>
          <p:spPr>
            <a:xfrm>
              <a:off x="1938387" y="698782"/>
              <a:ext cx="1371600" cy="1323439"/>
            </a:xfrm>
            <a:prstGeom prst="rect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8000" b="1" dirty="0">
                  <a:solidFill>
                    <a:srgbClr val="FFFF00"/>
                  </a:solidFill>
                </a:rPr>
                <a:t>声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4F005F6-0A77-E94E-BF98-2B6065394BAB}"/>
              </a:ext>
            </a:extLst>
          </p:cNvPr>
          <p:cNvSpPr/>
          <p:nvPr/>
        </p:nvSpPr>
        <p:spPr>
          <a:xfrm>
            <a:off x="1552062" y="783818"/>
            <a:ext cx="1673524" cy="89415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FFC000"/>
                </a:solidFill>
              </a:rPr>
              <a:t>THANH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B563353-6EA1-9A41-8F72-839FCAF684FD}"/>
              </a:ext>
            </a:extLst>
          </p:cNvPr>
          <p:cNvSpPr/>
          <p:nvPr/>
        </p:nvSpPr>
        <p:spPr>
          <a:xfrm>
            <a:off x="5326435" y="246722"/>
            <a:ext cx="3260974" cy="78173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セイ</a:t>
            </a:r>
            <a:endParaRPr lang="en-US" sz="4000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4D2052D-3E05-854D-8D34-C0579B0E2EA8}"/>
              </a:ext>
            </a:extLst>
          </p:cNvPr>
          <p:cNvSpPr/>
          <p:nvPr/>
        </p:nvSpPr>
        <p:spPr>
          <a:xfrm>
            <a:off x="5326435" y="1180692"/>
            <a:ext cx="3260974" cy="119924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こえ</a:t>
            </a:r>
          </a:p>
        </p:txBody>
      </p:sp>
      <p:sp>
        <p:nvSpPr>
          <p:cNvPr id="18" name="Rounded Rectangle 27">
            <a:extLst>
              <a:ext uri="{FF2B5EF4-FFF2-40B4-BE49-F238E27FC236}">
                <a16:creationId xmlns:a16="http://schemas.microsoft.com/office/drawing/2014/main" id="{1FC6CCAE-0235-41E1-91D9-18CCC2DBDADA}"/>
              </a:ext>
            </a:extLst>
          </p:cNvPr>
          <p:cNvSpPr/>
          <p:nvPr/>
        </p:nvSpPr>
        <p:spPr>
          <a:xfrm>
            <a:off x="1254698" y="4161749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大声</a:t>
            </a:r>
          </a:p>
        </p:txBody>
      </p:sp>
      <p:sp>
        <p:nvSpPr>
          <p:cNvPr id="19" name="Rounded Rectangle 28">
            <a:extLst>
              <a:ext uri="{FF2B5EF4-FFF2-40B4-BE49-F238E27FC236}">
                <a16:creationId xmlns:a16="http://schemas.microsoft.com/office/drawing/2014/main" id="{02645E44-A25D-4234-B431-585F7E0EF872}"/>
              </a:ext>
            </a:extLst>
          </p:cNvPr>
          <p:cNvSpPr/>
          <p:nvPr/>
        </p:nvSpPr>
        <p:spPr>
          <a:xfrm>
            <a:off x="4665322" y="4161749"/>
            <a:ext cx="3033207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おおごえ</a:t>
            </a:r>
            <a:endParaRPr 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61FC350-1C37-4930-805A-3AC9460A1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0924" y="3445416"/>
            <a:ext cx="4311076" cy="16586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098" name="Picture 2" descr="「声」の書き順・筆順">
            <a:extLst>
              <a:ext uri="{FF2B5EF4-FFF2-40B4-BE49-F238E27FC236}">
                <a16:creationId xmlns:a16="http://schemas.microsoft.com/office/drawing/2014/main" id="{7EFC7777-0917-44EF-8277-73550A94504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6347" y="0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7D493C-E742-7B46-BFC9-A67812F7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19071-4DCB-8C40-A448-EBAAF7C6870D}" type="datetime1">
              <a:rPr lang="en-US" smtClean="0"/>
              <a:t>12/7/21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33CBC5-CBA7-C14C-A214-5A7C002DA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9548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22" grpId="0" animBg="1"/>
      <p:bldP spid="23" grpId="0" animBg="1"/>
      <p:bldP spid="24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0" y="316498"/>
            <a:ext cx="1159379" cy="914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400" b="1" dirty="0">
                <a:solidFill>
                  <a:srgbClr val="92D050"/>
                </a:solidFill>
              </a:rPr>
              <a:t>6</a:t>
            </a:r>
            <a:endParaRPr lang="en-US" sz="4400" b="1" dirty="0">
              <a:solidFill>
                <a:srgbClr val="92D05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409252" y="3106868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重大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19876" y="3111561"/>
            <a:ext cx="303320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じゅうだい</a:t>
            </a:r>
            <a:endParaRPr lang="en-GB" altLang="ja-JP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7856A18-126E-1D46-954E-82BF9F6DE5AF}"/>
              </a:ext>
            </a:extLst>
          </p:cNvPr>
          <p:cNvGrpSpPr/>
          <p:nvPr/>
        </p:nvGrpSpPr>
        <p:grpSpPr>
          <a:xfrm>
            <a:off x="1248424" y="129618"/>
            <a:ext cx="7729224" cy="2355533"/>
            <a:chOff x="-144329" y="248495"/>
            <a:chExt cx="7108371" cy="235553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AC9D870-9A1D-0349-8BB3-FC6A7FEBBA4F}"/>
                </a:ext>
              </a:extLst>
            </p:cNvPr>
            <p:cNvSpPr/>
            <p:nvPr/>
          </p:nvSpPr>
          <p:spPr>
            <a:xfrm>
              <a:off x="-144329" y="248495"/>
              <a:ext cx="7108371" cy="23555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B24A735-E7A3-184B-B573-541167BAB998}"/>
                </a:ext>
              </a:extLst>
            </p:cNvPr>
            <p:cNvSpPr txBox="1"/>
            <p:nvPr/>
          </p:nvSpPr>
          <p:spPr>
            <a:xfrm>
              <a:off x="1938387" y="698782"/>
              <a:ext cx="1371600" cy="1323439"/>
            </a:xfrm>
            <a:prstGeom prst="rect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8000" b="1" dirty="0">
                  <a:solidFill>
                    <a:srgbClr val="FFFF00"/>
                  </a:solidFill>
                </a:rPr>
                <a:t>重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EEEF672A-5E0D-4E49-988E-6589750C1334}"/>
              </a:ext>
            </a:extLst>
          </p:cNvPr>
          <p:cNvSpPr/>
          <p:nvPr/>
        </p:nvSpPr>
        <p:spPr>
          <a:xfrm>
            <a:off x="1552062" y="783818"/>
            <a:ext cx="1673524" cy="89415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b="1" dirty="0">
                <a:solidFill>
                  <a:srgbClr val="FFC000"/>
                </a:solidFill>
              </a:rPr>
              <a:t>TRỌNG</a:t>
            </a:r>
            <a:endParaRPr lang="en-US" sz="3200" b="1" dirty="0">
              <a:solidFill>
                <a:srgbClr val="FFC000"/>
              </a:solidFill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56E7243-1220-2246-AE7D-3A4F9DAC7D90}"/>
              </a:ext>
            </a:extLst>
          </p:cNvPr>
          <p:cNvSpPr/>
          <p:nvPr/>
        </p:nvSpPr>
        <p:spPr>
          <a:xfrm>
            <a:off x="5326435" y="246722"/>
            <a:ext cx="3260974" cy="78173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 dirty="0"/>
              <a:t>ジュウ／チョウ</a:t>
            </a:r>
            <a:endParaRPr lang="en-US" sz="3600"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0266BB7-32C0-EB4A-84D8-7EE80C7D83CC}"/>
              </a:ext>
            </a:extLst>
          </p:cNvPr>
          <p:cNvSpPr/>
          <p:nvPr/>
        </p:nvSpPr>
        <p:spPr>
          <a:xfrm>
            <a:off x="5326435" y="1180692"/>
            <a:ext cx="3260974" cy="119924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おも・い</a:t>
            </a:r>
          </a:p>
        </p:txBody>
      </p: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4E79AFF8-576B-490E-BB35-7124D69C465D}"/>
              </a:ext>
            </a:extLst>
          </p:cNvPr>
          <p:cNvSpPr/>
          <p:nvPr/>
        </p:nvSpPr>
        <p:spPr>
          <a:xfrm>
            <a:off x="1409252" y="3948183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重病</a:t>
            </a:r>
          </a:p>
        </p:txBody>
      </p:sp>
      <p:sp>
        <p:nvSpPr>
          <p:cNvPr id="19" name="Rounded Rectangle 26">
            <a:extLst>
              <a:ext uri="{FF2B5EF4-FFF2-40B4-BE49-F238E27FC236}">
                <a16:creationId xmlns:a16="http://schemas.microsoft.com/office/drawing/2014/main" id="{9373BA63-9529-48F7-9A36-403B099892C2}"/>
              </a:ext>
            </a:extLst>
          </p:cNvPr>
          <p:cNvSpPr/>
          <p:nvPr/>
        </p:nvSpPr>
        <p:spPr>
          <a:xfrm>
            <a:off x="4819876" y="3948183"/>
            <a:ext cx="303320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じゅうびょう</a:t>
            </a:r>
            <a:endParaRPr lang="en-GB" altLang="ja-JP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Rounded Rectangle 8">
            <a:extLst>
              <a:ext uri="{FF2B5EF4-FFF2-40B4-BE49-F238E27FC236}">
                <a16:creationId xmlns:a16="http://schemas.microsoft.com/office/drawing/2014/main" id="{C00270DB-A91A-415C-BB40-912B84B2BE48}"/>
              </a:ext>
            </a:extLst>
          </p:cNvPr>
          <p:cNvSpPr/>
          <p:nvPr/>
        </p:nvSpPr>
        <p:spPr>
          <a:xfrm>
            <a:off x="1409252" y="4769529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体重</a:t>
            </a:r>
          </a:p>
        </p:txBody>
      </p:sp>
      <p:sp>
        <p:nvSpPr>
          <p:cNvPr id="28" name="Rounded Rectangle 26">
            <a:extLst>
              <a:ext uri="{FF2B5EF4-FFF2-40B4-BE49-F238E27FC236}">
                <a16:creationId xmlns:a16="http://schemas.microsoft.com/office/drawing/2014/main" id="{4F4BD314-D6D6-4D7E-9489-99C887EBCB38}"/>
              </a:ext>
            </a:extLst>
          </p:cNvPr>
          <p:cNvSpPr/>
          <p:nvPr/>
        </p:nvSpPr>
        <p:spPr>
          <a:xfrm>
            <a:off x="4819876" y="4784805"/>
            <a:ext cx="303320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たいじゅう</a:t>
            </a:r>
            <a:endParaRPr lang="en-GB" altLang="ja-JP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9958859-D785-400D-ACDB-53492DA95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52254">
            <a:off x="8386406" y="3419296"/>
            <a:ext cx="3759322" cy="14208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122" name="Picture 2" descr="「重」の書き順・筆順">
            <a:extLst>
              <a:ext uri="{FF2B5EF4-FFF2-40B4-BE49-F238E27FC236}">
                <a16:creationId xmlns:a16="http://schemas.microsoft.com/office/drawing/2014/main" id="{6F5B48B1-C04F-4010-88C4-B993DD90F46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7648" y="0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B45ABB-91D5-004D-BA9E-E56B60EA8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9C08A-9C10-AB49-BA7F-3465F592A3C3}" type="datetime1">
              <a:rPr lang="en-US" smtClean="0"/>
              <a:t>12/7/21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98ACEE-3942-9B44-99BC-19B814B18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3865732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7" grpId="0" animBg="1"/>
      <p:bldP spid="26" grpId="0" animBg="1"/>
      <p:bldP spid="30" grpId="0" animBg="1"/>
      <p:bldP spid="31" grpId="0" animBg="1"/>
      <p:bldP spid="18" grpId="0" animBg="1"/>
      <p:bldP spid="19" grpId="0" animBg="1"/>
      <p:bldP spid="22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0" y="316498"/>
            <a:ext cx="1159379" cy="914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400" b="1" dirty="0">
                <a:solidFill>
                  <a:srgbClr val="92D050"/>
                </a:solidFill>
              </a:rPr>
              <a:t>7</a:t>
            </a:r>
            <a:endParaRPr lang="en-US" sz="4400" b="1" dirty="0">
              <a:solidFill>
                <a:srgbClr val="92D050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3828A4-ED5E-9147-83E2-F7973E3A05E3}"/>
              </a:ext>
            </a:extLst>
          </p:cNvPr>
          <p:cNvGrpSpPr/>
          <p:nvPr/>
        </p:nvGrpSpPr>
        <p:grpSpPr>
          <a:xfrm>
            <a:off x="1248424" y="129618"/>
            <a:ext cx="7729224" cy="2355533"/>
            <a:chOff x="-144329" y="248495"/>
            <a:chExt cx="7108371" cy="23555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0D53AF-2A58-2E4A-951A-9CC0F1BD2369}"/>
                </a:ext>
              </a:extLst>
            </p:cNvPr>
            <p:cNvSpPr/>
            <p:nvPr/>
          </p:nvSpPr>
          <p:spPr>
            <a:xfrm>
              <a:off x="-144329" y="248495"/>
              <a:ext cx="7108371" cy="23555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CE5B9A8-96F8-4549-837A-EF5C97F8EE2D}"/>
                </a:ext>
              </a:extLst>
            </p:cNvPr>
            <p:cNvSpPr txBox="1"/>
            <p:nvPr/>
          </p:nvSpPr>
          <p:spPr>
            <a:xfrm>
              <a:off x="1938387" y="698782"/>
              <a:ext cx="1371600" cy="1323439"/>
            </a:xfrm>
            <a:prstGeom prst="rect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8000" b="1" dirty="0">
                  <a:solidFill>
                    <a:srgbClr val="FFFF00"/>
                  </a:solidFill>
                </a:rPr>
                <a:t>太</a:t>
              </a: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3E35AB37-75CD-6F4B-9544-49B5B54FF8DF}"/>
              </a:ext>
            </a:extLst>
          </p:cNvPr>
          <p:cNvSpPr/>
          <p:nvPr/>
        </p:nvSpPr>
        <p:spPr>
          <a:xfrm>
            <a:off x="1552062" y="783818"/>
            <a:ext cx="1673524" cy="89415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b="1" dirty="0">
                <a:solidFill>
                  <a:srgbClr val="FFC000"/>
                </a:solidFill>
              </a:rPr>
              <a:t>THÁI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F961459-C61F-E048-96A0-C283253521AB}"/>
              </a:ext>
            </a:extLst>
          </p:cNvPr>
          <p:cNvSpPr/>
          <p:nvPr/>
        </p:nvSpPr>
        <p:spPr>
          <a:xfrm>
            <a:off x="5326435" y="246722"/>
            <a:ext cx="3260974" cy="78173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タイ</a:t>
            </a:r>
            <a:endParaRPr lang="en-US" sz="4000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B6AEE7B-441B-7C4A-A924-26624BAFDD65}"/>
              </a:ext>
            </a:extLst>
          </p:cNvPr>
          <p:cNvSpPr/>
          <p:nvPr/>
        </p:nvSpPr>
        <p:spPr>
          <a:xfrm>
            <a:off x="5326435" y="1180692"/>
            <a:ext cx="3260974" cy="119924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ふと・い</a:t>
            </a:r>
          </a:p>
          <a:p>
            <a:pPr algn="ctr"/>
            <a:r>
              <a:rPr lang="ja-JP" altLang="en-US" sz="4000" dirty="0"/>
              <a:t>ふと・る</a:t>
            </a:r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2509C4AB-97C6-4741-9D9F-72A4DAF8D2BC}"/>
              </a:ext>
            </a:extLst>
          </p:cNvPr>
          <p:cNvSpPr/>
          <p:nvPr/>
        </p:nvSpPr>
        <p:spPr>
          <a:xfrm>
            <a:off x="1409252" y="2885073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太子</a:t>
            </a:r>
          </a:p>
        </p:txBody>
      </p:sp>
      <p:sp>
        <p:nvSpPr>
          <p:cNvPr id="21" name="Rounded Rectangle 26">
            <a:extLst>
              <a:ext uri="{FF2B5EF4-FFF2-40B4-BE49-F238E27FC236}">
                <a16:creationId xmlns:a16="http://schemas.microsoft.com/office/drawing/2014/main" id="{FC10436B-8501-4E60-89C9-418554D27868}"/>
              </a:ext>
            </a:extLst>
          </p:cNvPr>
          <p:cNvSpPr/>
          <p:nvPr/>
        </p:nvSpPr>
        <p:spPr>
          <a:xfrm>
            <a:off x="4819876" y="2885073"/>
            <a:ext cx="303320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たいし</a:t>
            </a:r>
            <a:endParaRPr lang="en-GB" altLang="ja-JP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ACF0DEB-CCC6-4B27-A68F-0D1AE70E2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127" y="3876583"/>
            <a:ext cx="6749746" cy="251176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" name="Picture 2" descr="「太」の書き順・筆順">
            <a:extLst>
              <a:ext uri="{FF2B5EF4-FFF2-40B4-BE49-F238E27FC236}">
                <a16:creationId xmlns:a16="http://schemas.microsoft.com/office/drawing/2014/main" id="{FB9F2498-54C0-4EB2-9961-53A440E237B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00" y="0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92C7A-8335-C14D-921D-420796E1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C1421-3365-DB46-AF81-572EF0BC62F4}" type="datetime1">
              <a:rPr lang="en-US" smtClean="0"/>
              <a:t>12/7/21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4E4F9-DBCC-D644-B0B8-C4A4A4DEE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2252746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2" grpId="0" animBg="1"/>
      <p:bldP spid="23" grpId="0" animBg="1"/>
      <p:bldP spid="19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0" y="316498"/>
            <a:ext cx="1159379" cy="914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400" b="1" dirty="0">
                <a:solidFill>
                  <a:srgbClr val="92D050"/>
                </a:solidFill>
              </a:rPr>
              <a:t>8</a:t>
            </a:r>
            <a:endParaRPr lang="en-US" sz="4400" b="1" dirty="0">
              <a:solidFill>
                <a:srgbClr val="92D05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409252" y="2885073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計画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43471" y="2885073"/>
            <a:ext cx="340961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けいかく</a:t>
            </a:r>
            <a:endParaRPr lang="en-GB" altLang="ja-JP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34A4E8A-65D9-574D-B362-C08159301AAF}"/>
              </a:ext>
            </a:extLst>
          </p:cNvPr>
          <p:cNvGrpSpPr/>
          <p:nvPr/>
        </p:nvGrpSpPr>
        <p:grpSpPr>
          <a:xfrm>
            <a:off x="1248424" y="129618"/>
            <a:ext cx="7729224" cy="2355533"/>
            <a:chOff x="-144329" y="248495"/>
            <a:chExt cx="7108371" cy="235553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94CBB47-003E-B24E-B9E7-019B857986E4}"/>
                </a:ext>
              </a:extLst>
            </p:cNvPr>
            <p:cNvSpPr/>
            <p:nvPr/>
          </p:nvSpPr>
          <p:spPr>
            <a:xfrm>
              <a:off x="-144329" y="248495"/>
              <a:ext cx="7108371" cy="23555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5817ED3-BF02-2545-90F4-7B6D5F61D2F2}"/>
                </a:ext>
              </a:extLst>
            </p:cNvPr>
            <p:cNvSpPr txBox="1"/>
            <p:nvPr/>
          </p:nvSpPr>
          <p:spPr>
            <a:xfrm>
              <a:off x="1938387" y="698782"/>
              <a:ext cx="1371600" cy="1323439"/>
            </a:xfrm>
            <a:prstGeom prst="rect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8000" b="1" dirty="0">
                  <a:solidFill>
                    <a:srgbClr val="FFFF00"/>
                  </a:solidFill>
                </a:rPr>
                <a:t>計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47C5B83C-EEA8-BD4F-8AE3-45D413A29BF1}"/>
              </a:ext>
            </a:extLst>
          </p:cNvPr>
          <p:cNvSpPr/>
          <p:nvPr/>
        </p:nvSpPr>
        <p:spPr>
          <a:xfrm>
            <a:off x="1552062" y="783818"/>
            <a:ext cx="1673524" cy="89415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b="1" dirty="0">
                <a:solidFill>
                  <a:srgbClr val="FFC000"/>
                </a:solidFill>
              </a:rPr>
              <a:t>KẾ</a:t>
            </a:r>
            <a:endParaRPr lang="en-US" sz="3600" b="1" dirty="0">
              <a:solidFill>
                <a:srgbClr val="FFC000"/>
              </a:solidFill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9C510EA-FE3A-104A-A732-30E504BC789F}"/>
              </a:ext>
            </a:extLst>
          </p:cNvPr>
          <p:cNvSpPr/>
          <p:nvPr/>
        </p:nvSpPr>
        <p:spPr>
          <a:xfrm>
            <a:off x="5326435" y="246722"/>
            <a:ext cx="3260974" cy="78173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ケイ</a:t>
            </a:r>
            <a:endParaRPr lang="en-US" sz="4000"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2CC7D63-21B3-5042-B7A4-AC2C412FE935}"/>
              </a:ext>
            </a:extLst>
          </p:cNvPr>
          <p:cNvSpPr/>
          <p:nvPr/>
        </p:nvSpPr>
        <p:spPr>
          <a:xfrm>
            <a:off x="5326435" y="1180692"/>
            <a:ext cx="3260974" cy="119924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はか・る</a:t>
            </a:r>
          </a:p>
        </p:txBody>
      </p:sp>
      <p:sp>
        <p:nvSpPr>
          <p:cNvPr id="14" name="Rounded Rectangle 8">
            <a:extLst>
              <a:ext uri="{FF2B5EF4-FFF2-40B4-BE49-F238E27FC236}">
                <a16:creationId xmlns:a16="http://schemas.microsoft.com/office/drawing/2014/main" id="{208B77D7-BE0B-4476-AB78-F3844493816A}"/>
              </a:ext>
            </a:extLst>
          </p:cNvPr>
          <p:cNvSpPr/>
          <p:nvPr/>
        </p:nvSpPr>
        <p:spPr>
          <a:xfrm>
            <a:off x="1409252" y="3758236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時計</a:t>
            </a:r>
          </a:p>
        </p:txBody>
      </p:sp>
      <p:sp>
        <p:nvSpPr>
          <p:cNvPr id="15" name="Rounded Rectangle 26">
            <a:extLst>
              <a:ext uri="{FF2B5EF4-FFF2-40B4-BE49-F238E27FC236}">
                <a16:creationId xmlns:a16="http://schemas.microsoft.com/office/drawing/2014/main" id="{1F23E2D1-90F6-41BC-AA09-62547D9AEA00}"/>
              </a:ext>
            </a:extLst>
          </p:cNvPr>
          <p:cNvSpPr/>
          <p:nvPr/>
        </p:nvSpPr>
        <p:spPr>
          <a:xfrm>
            <a:off x="4443471" y="3758236"/>
            <a:ext cx="340961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とけい</a:t>
            </a:r>
            <a:endParaRPr 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2" name="Rounded Rectangle 8">
            <a:extLst>
              <a:ext uri="{FF2B5EF4-FFF2-40B4-BE49-F238E27FC236}">
                <a16:creationId xmlns:a16="http://schemas.microsoft.com/office/drawing/2014/main" id="{7E201EE8-8274-4EF9-B43D-91D95E2FA9CE}"/>
              </a:ext>
            </a:extLst>
          </p:cNvPr>
          <p:cNvSpPr/>
          <p:nvPr/>
        </p:nvSpPr>
        <p:spPr>
          <a:xfrm>
            <a:off x="1409252" y="4631399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体重計</a:t>
            </a:r>
            <a:endParaRPr lang="ja-JP" alt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3" name="Rounded Rectangle 26">
            <a:extLst>
              <a:ext uri="{FF2B5EF4-FFF2-40B4-BE49-F238E27FC236}">
                <a16:creationId xmlns:a16="http://schemas.microsoft.com/office/drawing/2014/main" id="{8E2F383C-06CC-4423-8521-98B34B6FEDC1}"/>
              </a:ext>
            </a:extLst>
          </p:cNvPr>
          <p:cNvSpPr/>
          <p:nvPr/>
        </p:nvSpPr>
        <p:spPr>
          <a:xfrm>
            <a:off x="4443471" y="4631399"/>
            <a:ext cx="340961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たいじゅうけい</a:t>
            </a:r>
            <a:endParaRPr 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CC85D9FE-0C7B-4E8F-BFE8-A25E80CCED49}"/>
              </a:ext>
            </a:extLst>
          </p:cNvPr>
          <p:cNvSpPr/>
          <p:nvPr/>
        </p:nvSpPr>
        <p:spPr>
          <a:xfrm>
            <a:off x="1409252" y="5504562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会計</a:t>
            </a:r>
            <a:endParaRPr lang="ja-JP" alt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Rounded Rectangle 26">
            <a:extLst>
              <a:ext uri="{FF2B5EF4-FFF2-40B4-BE49-F238E27FC236}">
                <a16:creationId xmlns:a16="http://schemas.microsoft.com/office/drawing/2014/main" id="{E5271E0D-3A02-44BC-A719-3F7DF1A9652C}"/>
              </a:ext>
            </a:extLst>
          </p:cNvPr>
          <p:cNvSpPr/>
          <p:nvPr/>
        </p:nvSpPr>
        <p:spPr>
          <a:xfrm>
            <a:off x="4443471" y="5504562"/>
            <a:ext cx="340961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かいけい</a:t>
            </a:r>
            <a:endParaRPr 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DD4A08A-7727-4BB3-85AC-600FFA177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397" y="3143300"/>
            <a:ext cx="4036603" cy="15888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170" name="Picture 2" descr="「計」の書き順・筆順">
            <a:extLst>
              <a:ext uri="{FF2B5EF4-FFF2-40B4-BE49-F238E27FC236}">
                <a16:creationId xmlns:a16="http://schemas.microsoft.com/office/drawing/2014/main" id="{72E15593-0191-463F-A9F1-A9D909836AC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00" y="0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D6D8A2-CC73-A545-923F-21E7F9D7C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AE5AB-85FE-E743-9773-390BAAF19003}" type="datetime1">
              <a:rPr lang="en-US" smtClean="0"/>
              <a:t>12/7/21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96E543-9416-BB47-AAE2-61FDE87FA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2860532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7" grpId="0" animBg="1"/>
      <p:bldP spid="26" grpId="0" animBg="1"/>
      <p:bldP spid="30" grpId="0" animBg="1"/>
      <p:bldP spid="31" grpId="0" animBg="1"/>
      <p:bldP spid="14" grpId="0" animBg="1"/>
      <p:bldP spid="15" grpId="0" animBg="1"/>
      <p:bldP spid="32" grpId="0" animBg="1"/>
      <p:bldP spid="33" grpId="0" animBg="1"/>
      <p:bldP spid="17" grpId="0" animBg="1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0" y="316498"/>
            <a:ext cx="1159379" cy="914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400" b="1" dirty="0">
                <a:solidFill>
                  <a:srgbClr val="92D050"/>
                </a:solidFill>
              </a:rPr>
              <a:t>9</a:t>
            </a:r>
            <a:endParaRPr lang="en-US" sz="4400" b="1" dirty="0">
              <a:solidFill>
                <a:srgbClr val="92D050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21F2541-846B-7F49-A86A-E7E4B6B4AC40}"/>
              </a:ext>
            </a:extLst>
          </p:cNvPr>
          <p:cNvGrpSpPr/>
          <p:nvPr/>
        </p:nvGrpSpPr>
        <p:grpSpPr>
          <a:xfrm>
            <a:off x="1248424" y="129618"/>
            <a:ext cx="7729224" cy="2355533"/>
            <a:chOff x="-144329" y="248495"/>
            <a:chExt cx="7108371" cy="23555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CBD205B-1255-D646-8BE4-619336C9AAB3}"/>
                </a:ext>
              </a:extLst>
            </p:cNvPr>
            <p:cNvSpPr/>
            <p:nvPr/>
          </p:nvSpPr>
          <p:spPr>
            <a:xfrm>
              <a:off x="-144329" y="248495"/>
              <a:ext cx="7108371" cy="23555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0C88A1B-7B8E-CC4A-A298-715BCA92B199}"/>
                </a:ext>
              </a:extLst>
            </p:cNvPr>
            <p:cNvSpPr txBox="1"/>
            <p:nvPr/>
          </p:nvSpPr>
          <p:spPr>
            <a:xfrm>
              <a:off x="1938387" y="698782"/>
              <a:ext cx="1371600" cy="1323439"/>
            </a:xfrm>
            <a:prstGeom prst="rect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8000" b="1" dirty="0">
                  <a:solidFill>
                    <a:srgbClr val="FFFF00"/>
                  </a:solidFill>
                </a:rPr>
                <a:t>不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F518CE7-D7B7-0641-B124-1CC75093B06F}"/>
              </a:ext>
            </a:extLst>
          </p:cNvPr>
          <p:cNvSpPr/>
          <p:nvPr/>
        </p:nvSpPr>
        <p:spPr>
          <a:xfrm>
            <a:off x="1552062" y="783818"/>
            <a:ext cx="1673524" cy="89415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b="1" dirty="0">
                <a:solidFill>
                  <a:srgbClr val="FFC000"/>
                </a:solidFill>
              </a:rPr>
              <a:t>BẤT</a:t>
            </a:r>
            <a:endParaRPr lang="en-US" sz="3600" b="1" dirty="0">
              <a:solidFill>
                <a:srgbClr val="FFC000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1E3F52F-D7C7-3948-8834-3AE2B036DE76}"/>
              </a:ext>
            </a:extLst>
          </p:cNvPr>
          <p:cNvSpPr/>
          <p:nvPr/>
        </p:nvSpPr>
        <p:spPr>
          <a:xfrm>
            <a:off x="5326435" y="246722"/>
            <a:ext cx="3260974" cy="78173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フ</a:t>
            </a:r>
            <a:endParaRPr lang="en-US" sz="4000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BA5C6C1-7503-3D47-AA57-F28C1ED1FB40}"/>
              </a:ext>
            </a:extLst>
          </p:cNvPr>
          <p:cNvSpPr/>
          <p:nvPr/>
        </p:nvSpPr>
        <p:spPr>
          <a:xfrm>
            <a:off x="5326435" y="1180692"/>
            <a:ext cx="3260974" cy="119924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altLang="ja-JP" sz="4000" dirty="0"/>
          </a:p>
        </p:txBody>
      </p:sp>
      <p:sp>
        <p:nvSpPr>
          <p:cNvPr id="21" name="Rounded Rectangle 8">
            <a:extLst>
              <a:ext uri="{FF2B5EF4-FFF2-40B4-BE49-F238E27FC236}">
                <a16:creationId xmlns:a16="http://schemas.microsoft.com/office/drawing/2014/main" id="{08BFB072-9836-482B-8A24-261BD8949D18}"/>
              </a:ext>
            </a:extLst>
          </p:cNvPr>
          <p:cNvSpPr/>
          <p:nvPr/>
        </p:nvSpPr>
        <p:spPr>
          <a:xfrm>
            <a:off x="1409252" y="2885073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不安</a:t>
            </a:r>
          </a:p>
        </p:txBody>
      </p:sp>
      <p:sp>
        <p:nvSpPr>
          <p:cNvPr id="24" name="Rounded Rectangle 26">
            <a:extLst>
              <a:ext uri="{FF2B5EF4-FFF2-40B4-BE49-F238E27FC236}">
                <a16:creationId xmlns:a16="http://schemas.microsoft.com/office/drawing/2014/main" id="{E58D6077-36D7-4350-9117-113C8B6F77AF}"/>
              </a:ext>
            </a:extLst>
          </p:cNvPr>
          <p:cNvSpPr/>
          <p:nvPr/>
        </p:nvSpPr>
        <p:spPr>
          <a:xfrm>
            <a:off x="4819876" y="2885073"/>
            <a:ext cx="303320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ふあん</a:t>
            </a:r>
            <a:endParaRPr 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5E79C85D-51BC-43C4-B72A-BB128E89F3C3}"/>
              </a:ext>
            </a:extLst>
          </p:cNvPr>
          <p:cNvSpPr/>
          <p:nvPr/>
        </p:nvSpPr>
        <p:spPr>
          <a:xfrm>
            <a:off x="1409252" y="3807494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不便</a:t>
            </a:r>
          </a:p>
        </p:txBody>
      </p:sp>
      <p:sp>
        <p:nvSpPr>
          <p:cNvPr id="18" name="Rounded Rectangle 26">
            <a:extLst>
              <a:ext uri="{FF2B5EF4-FFF2-40B4-BE49-F238E27FC236}">
                <a16:creationId xmlns:a16="http://schemas.microsoft.com/office/drawing/2014/main" id="{4236E5FB-F498-47F1-85ED-3C8B41F8456B}"/>
              </a:ext>
            </a:extLst>
          </p:cNvPr>
          <p:cNvSpPr/>
          <p:nvPr/>
        </p:nvSpPr>
        <p:spPr>
          <a:xfrm>
            <a:off x="4819876" y="3807494"/>
            <a:ext cx="303320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ふべん</a:t>
            </a:r>
            <a:endParaRPr 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7A51929D-6521-4A83-973E-3D5D77E048AA}"/>
              </a:ext>
            </a:extLst>
          </p:cNvPr>
          <p:cNvSpPr/>
          <p:nvPr/>
        </p:nvSpPr>
        <p:spPr>
          <a:xfrm>
            <a:off x="1409252" y="4725147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不足</a:t>
            </a:r>
            <a:endParaRPr lang="ja-JP" alt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Rounded Rectangle 26">
            <a:extLst>
              <a:ext uri="{FF2B5EF4-FFF2-40B4-BE49-F238E27FC236}">
                <a16:creationId xmlns:a16="http://schemas.microsoft.com/office/drawing/2014/main" id="{B6B266EF-A34E-4FFC-977C-FA7C9F8FA54D}"/>
              </a:ext>
            </a:extLst>
          </p:cNvPr>
          <p:cNvSpPr/>
          <p:nvPr/>
        </p:nvSpPr>
        <p:spPr>
          <a:xfrm>
            <a:off x="4819876" y="4725147"/>
            <a:ext cx="303320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ふそく</a:t>
            </a:r>
            <a:endParaRPr 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6" name="Rounded Rectangle 8">
            <a:extLst>
              <a:ext uri="{FF2B5EF4-FFF2-40B4-BE49-F238E27FC236}">
                <a16:creationId xmlns:a16="http://schemas.microsoft.com/office/drawing/2014/main" id="{86767DA0-0905-47BA-AC1E-C723F41CB9D9}"/>
              </a:ext>
            </a:extLst>
          </p:cNvPr>
          <p:cNvSpPr/>
          <p:nvPr/>
        </p:nvSpPr>
        <p:spPr>
          <a:xfrm>
            <a:off x="1409252" y="5642800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不可</a:t>
            </a:r>
            <a:endParaRPr lang="ja-JP" alt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5E6D636-015F-47F8-A7FE-6EF1CD4E121E}"/>
              </a:ext>
            </a:extLst>
          </p:cNvPr>
          <p:cNvSpPr/>
          <p:nvPr/>
        </p:nvSpPr>
        <p:spPr>
          <a:xfrm>
            <a:off x="4819876" y="5642800"/>
            <a:ext cx="303320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ふか</a:t>
            </a:r>
            <a:endParaRPr 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8" name="Rounded Rectangle 8">
            <a:extLst>
              <a:ext uri="{FF2B5EF4-FFF2-40B4-BE49-F238E27FC236}">
                <a16:creationId xmlns:a16="http://schemas.microsoft.com/office/drawing/2014/main" id="{6A9FF927-E4B1-4533-9C4D-8E5BA9B330EF}"/>
              </a:ext>
            </a:extLst>
          </p:cNvPr>
          <p:cNvSpPr/>
          <p:nvPr/>
        </p:nvSpPr>
        <p:spPr>
          <a:xfrm>
            <a:off x="8870979" y="4725146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不明</a:t>
            </a:r>
            <a:endParaRPr lang="ja-JP" alt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9" name="Rounded Rectangle 26">
            <a:extLst>
              <a:ext uri="{FF2B5EF4-FFF2-40B4-BE49-F238E27FC236}">
                <a16:creationId xmlns:a16="http://schemas.microsoft.com/office/drawing/2014/main" id="{CD67C1A3-511D-4C07-8F88-AEA1D12BD8B0}"/>
              </a:ext>
            </a:extLst>
          </p:cNvPr>
          <p:cNvSpPr/>
          <p:nvPr/>
        </p:nvSpPr>
        <p:spPr>
          <a:xfrm>
            <a:off x="8587409" y="5642799"/>
            <a:ext cx="303320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ふめい</a:t>
            </a:r>
            <a:endParaRPr 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9819B5C-A2AE-45A4-852F-84E44416E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48" y="3268452"/>
            <a:ext cx="3798372" cy="14029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194" name="Picture 2" descr="「不」の書き順・筆順">
            <a:extLst>
              <a:ext uri="{FF2B5EF4-FFF2-40B4-BE49-F238E27FC236}">
                <a16:creationId xmlns:a16="http://schemas.microsoft.com/office/drawing/2014/main" id="{332EBACD-5F82-4E49-96D0-E1847487A79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00" y="0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EED7C5-E515-F94B-8908-2AB835139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33CCE-AFE2-8B4D-8DFD-048521ACB6FA}" type="datetime1">
              <a:rPr lang="en-US" smtClean="0"/>
              <a:t>12/7/21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CC4E45-925E-FC41-8790-DFCB9B0E7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1069870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22" grpId="0" animBg="1"/>
      <p:bldP spid="21" grpId="0" animBg="1"/>
      <p:bldP spid="24" grpId="0" animBg="1"/>
      <p:bldP spid="17" grpId="0" animBg="1"/>
      <p:bldP spid="18" grpId="0" animBg="1"/>
      <p:bldP spid="19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0" y="316498"/>
            <a:ext cx="1159379" cy="914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400" b="1" dirty="0">
                <a:solidFill>
                  <a:srgbClr val="92D050"/>
                </a:solidFill>
              </a:rPr>
              <a:t>10</a:t>
            </a:r>
            <a:endParaRPr lang="en-US" sz="4400" b="1" dirty="0">
              <a:solidFill>
                <a:srgbClr val="92D05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409252" y="2885073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頭痛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19876" y="2885073"/>
            <a:ext cx="303320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ずつう</a:t>
            </a:r>
            <a:endParaRPr 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E31B6F6-B4FA-6542-B92D-1CFF7F67ACAE}"/>
              </a:ext>
            </a:extLst>
          </p:cNvPr>
          <p:cNvGrpSpPr/>
          <p:nvPr/>
        </p:nvGrpSpPr>
        <p:grpSpPr>
          <a:xfrm>
            <a:off x="1248424" y="129618"/>
            <a:ext cx="7729224" cy="2355533"/>
            <a:chOff x="-144329" y="248495"/>
            <a:chExt cx="7108371" cy="235553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5486391-0397-9D41-8BC7-8D9E5B7C1346}"/>
                </a:ext>
              </a:extLst>
            </p:cNvPr>
            <p:cNvSpPr/>
            <p:nvPr/>
          </p:nvSpPr>
          <p:spPr>
            <a:xfrm>
              <a:off x="-144329" y="248495"/>
              <a:ext cx="7108371" cy="23555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4883523-27EB-9F46-BE6E-C4D0029FFFDA}"/>
                </a:ext>
              </a:extLst>
            </p:cNvPr>
            <p:cNvSpPr txBox="1"/>
            <p:nvPr/>
          </p:nvSpPr>
          <p:spPr>
            <a:xfrm>
              <a:off x="1938387" y="698782"/>
              <a:ext cx="1371600" cy="1323439"/>
            </a:xfrm>
            <a:prstGeom prst="rect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8000" b="1" dirty="0">
                  <a:solidFill>
                    <a:srgbClr val="FFFF00"/>
                  </a:solidFill>
                </a:rPr>
                <a:t>痛</a:t>
              </a: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267B76BD-62D8-7A4E-A2FF-EF23BAB8D176}"/>
              </a:ext>
            </a:extLst>
          </p:cNvPr>
          <p:cNvSpPr/>
          <p:nvPr/>
        </p:nvSpPr>
        <p:spPr>
          <a:xfrm>
            <a:off x="1552062" y="783818"/>
            <a:ext cx="1673524" cy="89415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FFC000"/>
                </a:solidFill>
              </a:rPr>
              <a:t>THỐNG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525122F-702A-7146-8F18-CAC5C8918F65}"/>
              </a:ext>
            </a:extLst>
          </p:cNvPr>
          <p:cNvSpPr/>
          <p:nvPr/>
        </p:nvSpPr>
        <p:spPr>
          <a:xfrm>
            <a:off x="5326435" y="246722"/>
            <a:ext cx="3260974" cy="78173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ツウ</a:t>
            </a:r>
            <a:endParaRPr lang="en-US" sz="4000" dirty="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6432359-47E2-894D-A424-B970FC2739EE}"/>
              </a:ext>
            </a:extLst>
          </p:cNvPr>
          <p:cNvSpPr/>
          <p:nvPr/>
        </p:nvSpPr>
        <p:spPr>
          <a:xfrm>
            <a:off x="5326435" y="1180692"/>
            <a:ext cx="3260974" cy="119924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いた・い</a:t>
            </a:r>
          </a:p>
          <a:p>
            <a:pPr algn="ctr"/>
            <a:r>
              <a:rPr lang="ja-JP" altLang="en-US" sz="4000" dirty="0"/>
              <a:t>いた・む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63728C-83F5-4317-B350-25A06B65A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71532">
            <a:off x="3225586" y="3668558"/>
            <a:ext cx="7958699" cy="3189442"/>
          </a:xfrm>
          <a:prstGeom prst="rect">
            <a:avLst/>
          </a:prstGeom>
        </p:spPr>
      </p:pic>
      <p:pic>
        <p:nvPicPr>
          <p:cNvPr id="9218" name="Picture 2" descr="「痛」の書き順・筆順">
            <a:extLst>
              <a:ext uri="{FF2B5EF4-FFF2-40B4-BE49-F238E27FC236}">
                <a16:creationId xmlns:a16="http://schemas.microsoft.com/office/drawing/2014/main" id="{971DD966-625A-4810-84F5-A8FEAAFAFF9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7648" y="-21829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2C6F08-282B-E045-9E5F-C05D974F0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B7431-D3C7-EA4A-B424-8FAC858799FC}" type="datetime1">
              <a:rPr lang="en-US" smtClean="0"/>
              <a:t>12/7/21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1BA48-753A-EE43-A1A4-BC0DBCC7C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419574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7" grpId="0" animBg="1"/>
      <p:bldP spid="30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0" y="316498"/>
            <a:ext cx="1159379" cy="914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400" b="1" dirty="0">
                <a:solidFill>
                  <a:srgbClr val="92D050"/>
                </a:solidFill>
              </a:rPr>
              <a:t>11</a:t>
            </a:r>
            <a:endParaRPr lang="en-US" sz="4400" b="1" dirty="0">
              <a:solidFill>
                <a:srgbClr val="92D050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A7BF959-B4A4-A548-A209-FF4B796C62FA}"/>
              </a:ext>
            </a:extLst>
          </p:cNvPr>
          <p:cNvGrpSpPr/>
          <p:nvPr/>
        </p:nvGrpSpPr>
        <p:grpSpPr>
          <a:xfrm>
            <a:off x="1248424" y="129618"/>
            <a:ext cx="7729224" cy="2355533"/>
            <a:chOff x="-144329" y="248495"/>
            <a:chExt cx="7108371" cy="235553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93F1889-BD51-024D-9291-C045F46533AC}"/>
                </a:ext>
              </a:extLst>
            </p:cNvPr>
            <p:cNvSpPr/>
            <p:nvPr/>
          </p:nvSpPr>
          <p:spPr>
            <a:xfrm>
              <a:off x="-144329" y="248495"/>
              <a:ext cx="7108371" cy="23555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7A37F41-FFDC-F44F-8A87-7F8E2418513D}"/>
                </a:ext>
              </a:extLst>
            </p:cNvPr>
            <p:cNvSpPr txBox="1"/>
            <p:nvPr/>
          </p:nvSpPr>
          <p:spPr>
            <a:xfrm>
              <a:off x="1938387" y="698782"/>
              <a:ext cx="1371600" cy="1323439"/>
            </a:xfrm>
            <a:prstGeom prst="rect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8000" b="1" dirty="0">
                  <a:solidFill>
                    <a:srgbClr val="FFFF00"/>
                  </a:solidFill>
                </a:rPr>
                <a:t>両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9ED5B73-6C5E-F14D-BF37-9D52698BF100}"/>
              </a:ext>
            </a:extLst>
          </p:cNvPr>
          <p:cNvSpPr/>
          <p:nvPr/>
        </p:nvSpPr>
        <p:spPr>
          <a:xfrm>
            <a:off x="1552062" y="783818"/>
            <a:ext cx="1673524" cy="89415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altLang="ja-JP" sz="2800" b="1" dirty="0">
                <a:solidFill>
                  <a:srgbClr val="FFC000"/>
                </a:solidFill>
              </a:rPr>
              <a:t>LƯỠNG</a:t>
            </a:r>
            <a:endParaRPr lang="en-US" sz="2800" b="1" dirty="0">
              <a:solidFill>
                <a:srgbClr val="FFC000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47591C1-DB13-E14F-956E-78A07B2C8C47}"/>
              </a:ext>
            </a:extLst>
          </p:cNvPr>
          <p:cNvSpPr/>
          <p:nvPr/>
        </p:nvSpPr>
        <p:spPr>
          <a:xfrm>
            <a:off x="5326435" y="246722"/>
            <a:ext cx="3260974" cy="78173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リョウ</a:t>
            </a:r>
            <a:endParaRPr lang="en-US" sz="4000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D56ADA3-A922-4A41-8E54-6592AD23A90B}"/>
              </a:ext>
            </a:extLst>
          </p:cNvPr>
          <p:cNvSpPr/>
          <p:nvPr/>
        </p:nvSpPr>
        <p:spPr>
          <a:xfrm>
            <a:off x="5326435" y="1180692"/>
            <a:ext cx="3260974" cy="119924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/>
          </a:p>
        </p:txBody>
      </p:sp>
      <p:sp>
        <p:nvSpPr>
          <p:cNvPr id="14" name="Rounded Rectangle 8">
            <a:extLst>
              <a:ext uri="{FF2B5EF4-FFF2-40B4-BE49-F238E27FC236}">
                <a16:creationId xmlns:a16="http://schemas.microsoft.com/office/drawing/2014/main" id="{EF4F6FFB-B7E3-4E57-8564-108AFD044966}"/>
              </a:ext>
            </a:extLst>
          </p:cNvPr>
          <p:cNvSpPr/>
          <p:nvPr/>
        </p:nvSpPr>
        <p:spPr>
          <a:xfrm>
            <a:off x="1409252" y="2885073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両親</a:t>
            </a:r>
          </a:p>
        </p:txBody>
      </p:sp>
      <p:sp>
        <p:nvSpPr>
          <p:cNvPr id="17" name="Rounded Rectangle 26">
            <a:extLst>
              <a:ext uri="{FF2B5EF4-FFF2-40B4-BE49-F238E27FC236}">
                <a16:creationId xmlns:a16="http://schemas.microsoft.com/office/drawing/2014/main" id="{BF1F12BA-36A2-463C-8656-B8039AA43B7C}"/>
              </a:ext>
            </a:extLst>
          </p:cNvPr>
          <p:cNvSpPr/>
          <p:nvPr/>
        </p:nvSpPr>
        <p:spPr>
          <a:xfrm>
            <a:off x="4438550" y="2882567"/>
            <a:ext cx="303320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りょうしん</a:t>
            </a:r>
            <a:endParaRPr 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1" name="Rounded Rectangle 8">
            <a:extLst>
              <a:ext uri="{FF2B5EF4-FFF2-40B4-BE49-F238E27FC236}">
                <a16:creationId xmlns:a16="http://schemas.microsoft.com/office/drawing/2014/main" id="{49BEEAB8-00F7-4187-94AA-AF25D6CC6150}"/>
              </a:ext>
            </a:extLst>
          </p:cNvPr>
          <p:cNvSpPr/>
          <p:nvPr/>
        </p:nvSpPr>
        <p:spPr>
          <a:xfrm>
            <a:off x="1409252" y="3871662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両方</a:t>
            </a:r>
          </a:p>
        </p:txBody>
      </p:sp>
      <p:sp>
        <p:nvSpPr>
          <p:cNvPr id="32" name="Rounded Rectangle 26">
            <a:extLst>
              <a:ext uri="{FF2B5EF4-FFF2-40B4-BE49-F238E27FC236}">
                <a16:creationId xmlns:a16="http://schemas.microsoft.com/office/drawing/2014/main" id="{834386D0-3F0B-482A-AE45-6D462BAC5999}"/>
              </a:ext>
            </a:extLst>
          </p:cNvPr>
          <p:cNvSpPr/>
          <p:nvPr/>
        </p:nvSpPr>
        <p:spPr>
          <a:xfrm>
            <a:off x="4438550" y="3869156"/>
            <a:ext cx="303320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りょうほう</a:t>
            </a:r>
            <a:endParaRPr 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CA645D9C-6194-4872-9867-035697B70930}"/>
              </a:ext>
            </a:extLst>
          </p:cNvPr>
          <p:cNvSpPr/>
          <p:nvPr/>
        </p:nvSpPr>
        <p:spPr>
          <a:xfrm>
            <a:off x="1409252" y="4855745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両手</a:t>
            </a:r>
          </a:p>
        </p:txBody>
      </p:sp>
      <p:sp>
        <p:nvSpPr>
          <p:cNvPr id="19" name="Rounded Rectangle 26">
            <a:extLst>
              <a:ext uri="{FF2B5EF4-FFF2-40B4-BE49-F238E27FC236}">
                <a16:creationId xmlns:a16="http://schemas.microsoft.com/office/drawing/2014/main" id="{B4F21010-1527-45AC-99EB-FBD7B1F790A3}"/>
              </a:ext>
            </a:extLst>
          </p:cNvPr>
          <p:cNvSpPr/>
          <p:nvPr/>
        </p:nvSpPr>
        <p:spPr>
          <a:xfrm>
            <a:off x="4438550" y="4853239"/>
            <a:ext cx="303320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りょうて</a:t>
            </a:r>
            <a:endParaRPr 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Rounded Rectangle 8">
            <a:extLst>
              <a:ext uri="{FF2B5EF4-FFF2-40B4-BE49-F238E27FC236}">
                <a16:creationId xmlns:a16="http://schemas.microsoft.com/office/drawing/2014/main" id="{666295AB-C1C5-4F98-9064-5650A2C72BA3}"/>
              </a:ext>
            </a:extLst>
          </p:cNvPr>
          <p:cNvSpPr/>
          <p:nvPr/>
        </p:nvSpPr>
        <p:spPr>
          <a:xfrm>
            <a:off x="1409252" y="5839828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車両</a:t>
            </a:r>
          </a:p>
        </p:txBody>
      </p:sp>
      <p:sp>
        <p:nvSpPr>
          <p:cNvPr id="25" name="Rounded Rectangle 26">
            <a:extLst>
              <a:ext uri="{FF2B5EF4-FFF2-40B4-BE49-F238E27FC236}">
                <a16:creationId xmlns:a16="http://schemas.microsoft.com/office/drawing/2014/main" id="{CDCC7349-E7CA-4C96-8E1A-FBE0D4B7BE20}"/>
              </a:ext>
            </a:extLst>
          </p:cNvPr>
          <p:cNvSpPr/>
          <p:nvPr/>
        </p:nvSpPr>
        <p:spPr>
          <a:xfrm>
            <a:off x="4438550" y="5837322"/>
            <a:ext cx="303320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しゃりょう</a:t>
            </a:r>
            <a:endParaRPr 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33ED20-FE7F-4B5A-8046-4AD6DB384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188" y="3429000"/>
            <a:ext cx="4581812" cy="1970672"/>
          </a:xfrm>
          <a:prstGeom prst="rect">
            <a:avLst/>
          </a:prstGeom>
        </p:spPr>
      </p:pic>
      <p:pic>
        <p:nvPicPr>
          <p:cNvPr id="10242" name="Picture 2" descr="「両」の書き順・筆順">
            <a:extLst>
              <a:ext uri="{FF2B5EF4-FFF2-40B4-BE49-F238E27FC236}">
                <a16:creationId xmlns:a16="http://schemas.microsoft.com/office/drawing/2014/main" id="{908E1FF8-B5BD-48B6-9ED4-9F20E887D4C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00" y="125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DDDE57-2A05-4746-81A9-3D1E23B5B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427A-4897-C345-95F8-79D2D84EDE59}" type="datetime1">
              <a:rPr lang="en-US" smtClean="0"/>
              <a:t>12/7/21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B45EA-F836-AB40-9E32-88B6A528D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1342554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14" grpId="0" animBg="1"/>
      <p:bldP spid="17" grpId="0" animBg="1"/>
      <p:bldP spid="31" grpId="0" animBg="1"/>
      <p:bldP spid="32" grpId="0" animBg="1"/>
      <p:bldP spid="18" grpId="0" animBg="1"/>
      <p:bldP spid="19" grpId="0" animBg="1"/>
      <p:bldP spid="21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0" y="316498"/>
            <a:ext cx="1159379" cy="914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400" b="1" dirty="0">
                <a:solidFill>
                  <a:srgbClr val="92D050"/>
                </a:solidFill>
              </a:rPr>
              <a:t>1</a:t>
            </a:r>
            <a:r>
              <a:rPr lang="en-GB" sz="4400" b="1" dirty="0">
                <a:solidFill>
                  <a:srgbClr val="92D050"/>
                </a:solidFill>
              </a:rPr>
              <a:t>2</a:t>
            </a:r>
            <a:endParaRPr lang="en-US" sz="4400" b="1" dirty="0">
              <a:solidFill>
                <a:srgbClr val="92D05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552062" y="3605836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chemeClr val="accent3">
                    <a:lumMod val="40000"/>
                    <a:lumOff val="60000"/>
                  </a:schemeClr>
                </a:solidFill>
              </a:rPr>
              <a:t>一秒</a:t>
            </a:r>
            <a:endParaRPr lang="ja-JP" alt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958803" y="3605835"/>
            <a:ext cx="303320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solidFill>
                  <a:schemeClr val="accent3">
                    <a:lumMod val="40000"/>
                    <a:lumOff val="60000"/>
                  </a:schemeClr>
                </a:solidFill>
              </a:rPr>
              <a:t>いちびょう</a:t>
            </a:r>
            <a:endParaRPr lang="en-US" sz="40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A7BF959-B4A4-A548-A209-FF4B796C62FA}"/>
              </a:ext>
            </a:extLst>
          </p:cNvPr>
          <p:cNvGrpSpPr/>
          <p:nvPr/>
        </p:nvGrpSpPr>
        <p:grpSpPr>
          <a:xfrm>
            <a:off x="1250921" y="162167"/>
            <a:ext cx="7729224" cy="2355533"/>
            <a:chOff x="-144329" y="248495"/>
            <a:chExt cx="7108371" cy="235553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93F1889-BD51-024D-9291-C045F46533AC}"/>
                </a:ext>
              </a:extLst>
            </p:cNvPr>
            <p:cNvSpPr/>
            <p:nvPr/>
          </p:nvSpPr>
          <p:spPr>
            <a:xfrm>
              <a:off x="-144329" y="248495"/>
              <a:ext cx="7108371" cy="23555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7A37F41-FFDC-F44F-8A87-7F8E2418513D}"/>
                </a:ext>
              </a:extLst>
            </p:cNvPr>
            <p:cNvSpPr txBox="1"/>
            <p:nvPr/>
          </p:nvSpPr>
          <p:spPr>
            <a:xfrm>
              <a:off x="1938387" y="698782"/>
              <a:ext cx="1371600" cy="1323439"/>
            </a:xfrm>
            <a:prstGeom prst="rect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8000" b="1" dirty="0">
                  <a:solidFill>
                    <a:srgbClr val="FFFF00"/>
                  </a:solidFill>
                </a:rPr>
                <a:t>秒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9ED5B73-6C5E-F14D-BF37-9D52698BF100}"/>
              </a:ext>
            </a:extLst>
          </p:cNvPr>
          <p:cNvSpPr/>
          <p:nvPr/>
        </p:nvSpPr>
        <p:spPr>
          <a:xfrm>
            <a:off x="1552062" y="783818"/>
            <a:ext cx="1673524" cy="89415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200" b="1" dirty="0">
                <a:solidFill>
                  <a:srgbClr val="FFC000"/>
                </a:solidFill>
              </a:rPr>
              <a:t>MIỂU</a:t>
            </a:r>
            <a:endParaRPr lang="en-US" sz="3200" b="1" dirty="0">
              <a:solidFill>
                <a:srgbClr val="FFC000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47591C1-DB13-E14F-956E-78A07B2C8C47}"/>
              </a:ext>
            </a:extLst>
          </p:cNvPr>
          <p:cNvSpPr/>
          <p:nvPr/>
        </p:nvSpPr>
        <p:spPr>
          <a:xfrm>
            <a:off x="5326435" y="246722"/>
            <a:ext cx="3260974" cy="78173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ビョウ</a:t>
            </a:r>
            <a:endParaRPr lang="en-US" sz="4000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D56ADA3-A922-4A41-8E54-6592AD23A90B}"/>
              </a:ext>
            </a:extLst>
          </p:cNvPr>
          <p:cNvSpPr/>
          <p:nvPr/>
        </p:nvSpPr>
        <p:spPr>
          <a:xfrm>
            <a:off x="5326435" y="1180692"/>
            <a:ext cx="3260974" cy="119924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/>
          </a:p>
        </p:txBody>
      </p:sp>
      <p:pic>
        <p:nvPicPr>
          <p:cNvPr id="11266" name="Picture 2" descr="「秒」の書き順・筆順">
            <a:extLst>
              <a:ext uri="{FF2B5EF4-FFF2-40B4-BE49-F238E27FC236}">
                <a16:creationId xmlns:a16="http://schemas.microsoft.com/office/drawing/2014/main" id="{73D84882-7E8D-4672-8CD4-7AFA190A85B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00" y="0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44A4CB-B5A6-F445-9D5C-7CC4B5937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9D656-65B8-B248-9BD7-E07E7FE69D74}" type="datetime1">
              <a:rPr lang="en-US" smtClean="0"/>
              <a:t>12/7/21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126595-7E0D-D845-B061-6833A2885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3388287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7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18938-FFDC-BC44-B7DC-5B94F310E366}"/>
              </a:ext>
            </a:extLst>
          </p:cNvPr>
          <p:cNvSpPr/>
          <p:nvPr/>
        </p:nvSpPr>
        <p:spPr>
          <a:xfrm>
            <a:off x="4094896" y="284105"/>
            <a:ext cx="4002208" cy="1202633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0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GPSoeiKakupoptai" panose="040B0A00000000000000" pitchFamily="50" charset="-128"/>
                <a:ea typeface="HGPSoeiKakupoptai" panose="040B0A00000000000000" pitchFamily="50" charset="-128"/>
              </a:rPr>
              <a:t>読める？</a:t>
            </a:r>
            <a:endParaRPr lang="en-US" sz="7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C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HGPSoeiKakupoptai" panose="040B0A00000000000000" pitchFamily="50" charset="-128"/>
              <a:ea typeface="HGPSoeiKakupoptai" panose="040B0A00000000000000" pitchFamily="50" charset="-128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ECC0A0A-2940-9049-80AE-5B104112E43E}"/>
              </a:ext>
            </a:extLst>
          </p:cNvPr>
          <p:cNvSpPr/>
          <p:nvPr/>
        </p:nvSpPr>
        <p:spPr>
          <a:xfrm>
            <a:off x="2442509" y="2708238"/>
            <a:ext cx="270529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 err="1">
                <a:solidFill>
                  <a:srgbClr val="92D050"/>
                </a:solidFill>
              </a:rPr>
              <a:t>頭痛</a:t>
            </a:r>
            <a:endParaRPr lang="en-US" sz="4800" b="1" dirty="0">
              <a:solidFill>
                <a:srgbClr val="92D050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13554D0-2C49-A747-996C-43D9A7C24F96}"/>
              </a:ext>
            </a:extLst>
          </p:cNvPr>
          <p:cNvSpPr/>
          <p:nvPr/>
        </p:nvSpPr>
        <p:spPr>
          <a:xfrm>
            <a:off x="2442509" y="3983236"/>
            <a:ext cx="270529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 err="1">
                <a:solidFill>
                  <a:srgbClr val="92D050"/>
                </a:solidFill>
              </a:rPr>
              <a:t>洗顔料</a:t>
            </a:r>
            <a:endParaRPr lang="en-US" sz="4800" b="1" dirty="0">
              <a:solidFill>
                <a:srgbClr val="92D050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88436DE-45F0-2841-83D2-43349CBB93EE}"/>
              </a:ext>
            </a:extLst>
          </p:cNvPr>
          <p:cNvSpPr/>
          <p:nvPr/>
        </p:nvSpPr>
        <p:spPr>
          <a:xfrm>
            <a:off x="6096000" y="2708237"/>
            <a:ext cx="3433573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 err="1">
                <a:solidFill>
                  <a:srgbClr val="92D050"/>
                </a:solidFill>
              </a:rPr>
              <a:t>ずつう</a:t>
            </a:r>
            <a:endParaRPr lang="en-US" sz="4800" b="1" dirty="0">
              <a:solidFill>
                <a:srgbClr val="92D050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CB59808-61F8-A247-B116-08C43683AC45}"/>
              </a:ext>
            </a:extLst>
          </p:cNvPr>
          <p:cNvSpPr/>
          <p:nvPr/>
        </p:nvSpPr>
        <p:spPr>
          <a:xfrm>
            <a:off x="5367662" y="3983236"/>
            <a:ext cx="4890247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>
                <a:solidFill>
                  <a:srgbClr val="92D050"/>
                </a:solidFill>
              </a:rPr>
              <a:t>せえんがんりょう</a:t>
            </a:r>
            <a:endParaRPr lang="en-US" sz="4800" b="1" dirty="0">
              <a:solidFill>
                <a:srgbClr val="92D050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8A3FDF8-935E-0146-BFB4-050BA97D1E2B}"/>
              </a:ext>
            </a:extLst>
          </p:cNvPr>
          <p:cNvSpPr/>
          <p:nvPr/>
        </p:nvSpPr>
        <p:spPr>
          <a:xfrm>
            <a:off x="2442509" y="5304923"/>
            <a:ext cx="270529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>
                <a:solidFill>
                  <a:srgbClr val="92D050"/>
                </a:solidFill>
              </a:rPr>
              <a:t>運動不足</a:t>
            </a:r>
            <a:endParaRPr lang="en-US" sz="4800" b="1" dirty="0">
              <a:solidFill>
                <a:srgbClr val="92D050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4DB57D-99F5-3B44-8E95-0CAB9543E977}"/>
              </a:ext>
            </a:extLst>
          </p:cNvPr>
          <p:cNvSpPr/>
          <p:nvPr/>
        </p:nvSpPr>
        <p:spPr>
          <a:xfrm>
            <a:off x="5367662" y="5304922"/>
            <a:ext cx="4890247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>
                <a:solidFill>
                  <a:srgbClr val="92D050"/>
                </a:solidFill>
              </a:rPr>
              <a:t>うんどう</a:t>
            </a:r>
            <a:r>
              <a:rPr lang="ja-JP" altLang="en-US" sz="4800" b="1">
                <a:solidFill>
                  <a:srgbClr val="FFFF00"/>
                </a:solidFill>
              </a:rPr>
              <a:t>ぶ</a:t>
            </a:r>
            <a:r>
              <a:rPr lang="ja-JP" altLang="en-US" sz="4800" b="1">
                <a:solidFill>
                  <a:srgbClr val="92D050"/>
                </a:solidFill>
              </a:rPr>
              <a:t>そく</a:t>
            </a:r>
            <a:endParaRPr lang="en-US" sz="4800" b="1" dirty="0">
              <a:solidFill>
                <a:srgbClr val="92D050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5FBFB0-A04B-C94C-BF38-30ABEEAB2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D5E3D-3DEC-134A-BAEE-58AFFAD01233}" type="datetime1">
              <a:rPr lang="en-US" smtClean="0"/>
              <a:t>12/7/21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784C245-D115-4145-811B-0602C9160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506485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094896" y="284105"/>
            <a:ext cx="4002208" cy="1202633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0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HGPSoeiKakupoptai" panose="040B0A00000000000000" pitchFamily="50" charset="-128"/>
              </a:rPr>
              <a:t>読める？</a:t>
            </a:r>
            <a:endParaRPr lang="en-US" sz="7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C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ea typeface="HGPSoeiKakupoptai" panose="040B0A00000000000000" pitchFamily="50" charset="-128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884845" y="3641471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800" b="1" dirty="0">
                <a:solidFill>
                  <a:srgbClr val="92D050"/>
                </a:solidFill>
              </a:rPr>
              <a:t>健康</a:t>
            </a:r>
            <a:endParaRPr lang="en-US" sz="4800" b="1" dirty="0">
              <a:solidFill>
                <a:srgbClr val="92D05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780360" y="2132346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>
                <a:solidFill>
                  <a:srgbClr val="92D050"/>
                </a:solidFill>
              </a:rPr>
              <a:t>肩</a:t>
            </a:r>
            <a:endParaRPr lang="en-US" sz="4800" b="1" dirty="0">
              <a:solidFill>
                <a:srgbClr val="92D050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95738" y="3641470"/>
            <a:ext cx="2792478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>
                <a:solidFill>
                  <a:srgbClr val="92D050"/>
                </a:solidFill>
              </a:rPr>
              <a:t>けんこう</a:t>
            </a:r>
            <a:endParaRPr lang="en-US" sz="4800" b="1" dirty="0">
              <a:solidFill>
                <a:srgbClr val="92D050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8F1EBED-94A3-D344-B30E-C3288B292822}"/>
              </a:ext>
            </a:extLst>
          </p:cNvPr>
          <p:cNvSpPr/>
          <p:nvPr/>
        </p:nvSpPr>
        <p:spPr>
          <a:xfrm>
            <a:off x="5185687" y="2128207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>
                <a:solidFill>
                  <a:srgbClr val="92D050"/>
                </a:solidFill>
              </a:rPr>
              <a:t>かた</a:t>
            </a:r>
            <a:endParaRPr lang="en-US" sz="4800" b="1" dirty="0">
              <a:solidFill>
                <a:srgbClr val="92D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0ECC22-2655-6E4B-A9AC-F880C82241E3}"/>
              </a:ext>
            </a:extLst>
          </p:cNvPr>
          <p:cNvSpPr txBox="1"/>
          <p:nvPr/>
        </p:nvSpPr>
        <p:spPr>
          <a:xfrm>
            <a:off x="0" y="243128"/>
            <a:ext cx="585738" cy="2605842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r>
              <a:rPr lang="en-US" sz="2400" i="1" dirty="0" err="1">
                <a:solidFill>
                  <a:schemeClr val="accent1"/>
                </a:solidFill>
              </a:rPr>
              <a:t>もうちょっと</a:t>
            </a:r>
            <a:r>
              <a:rPr lang="en-US" sz="2400" i="1" dirty="0">
                <a:solidFill>
                  <a:schemeClr val="accent1"/>
                </a:solidFill>
              </a:rPr>
              <a:t>！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1AC5531-7AA9-7A4D-AF6A-EC48A4CAA429}"/>
              </a:ext>
            </a:extLst>
          </p:cNvPr>
          <p:cNvSpPr/>
          <p:nvPr/>
        </p:nvSpPr>
        <p:spPr>
          <a:xfrm>
            <a:off x="1070636" y="5377994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800" b="1" dirty="0">
                <a:solidFill>
                  <a:srgbClr val="92D050"/>
                </a:solidFill>
              </a:rPr>
              <a:t>風邪</a:t>
            </a:r>
            <a:endParaRPr lang="en-US" sz="4800" b="1" dirty="0">
              <a:solidFill>
                <a:srgbClr val="92D050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FD23638-BCD0-D841-AC35-5E85770166F9}"/>
              </a:ext>
            </a:extLst>
          </p:cNvPr>
          <p:cNvSpPr/>
          <p:nvPr/>
        </p:nvSpPr>
        <p:spPr>
          <a:xfrm>
            <a:off x="3975637" y="5332915"/>
            <a:ext cx="2792478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 err="1">
                <a:solidFill>
                  <a:srgbClr val="92D050"/>
                </a:solidFill>
              </a:rPr>
              <a:t>かぜ</a:t>
            </a:r>
            <a:endParaRPr lang="en-US" sz="4800" b="1" dirty="0">
              <a:solidFill>
                <a:srgbClr val="92D05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852822-2BB9-EB48-B510-A28B4C85D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BB9F9-EC6B-E54A-928D-01B018FFA639}" type="datetime1">
              <a:rPr lang="en-US" smtClean="0"/>
              <a:t>12/7/21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83AA7-5C77-7D4B-AFE5-AE23DD086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  <p:pic>
        <p:nvPicPr>
          <p:cNvPr id="10" name="Picture 2" descr="関節痛・こりのイラスト（肩） | かわいいフリー素材集 いらすとや">
            <a:extLst>
              <a:ext uri="{FF2B5EF4-FFF2-40B4-BE49-F238E27FC236}">
                <a16:creationId xmlns:a16="http://schemas.microsoft.com/office/drawing/2014/main" id="{3C6358D7-0B9B-6D46-B786-6AB09DEDB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6131" y="338262"/>
            <a:ext cx="2738737" cy="3090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風邪・インフルエンザのイラスト「マスクと鼻水の男性」 | かわいいフリー素材集 いらすとや">
            <a:extLst>
              <a:ext uri="{FF2B5EF4-FFF2-40B4-BE49-F238E27FC236}">
                <a16:creationId xmlns:a16="http://schemas.microsoft.com/office/drawing/2014/main" id="{7CE081B8-822E-5C4B-AA46-970A9F89F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9529" y="4001851"/>
            <a:ext cx="2338063" cy="263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695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  <p:bldP spid="12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" y="2033588"/>
            <a:ext cx="11807686" cy="317451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9600" b="1" dirty="0">
                <a:ln w="10160">
                  <a:solidFill>
                    <a:schemeClr val="accent3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75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GPSoeiKakupoptai" panose="040B0A00000000000000" pitchFamily="50" charset="-128"/>
                <a:ea typeface="HGPSoeiKakupoptai" panose="040B0A00000000000000" pitchFamily="50" charset="-128"/>
              </a:rPr>
              <a:t>ありがとう</a:t>
            </a:r>
            <a:endParaRPr lang="vi-VN" altLang="ja-JP" sz="9600" b="1" dirty="0">
              <a:ln w="10160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</a:ln>
              <a:solidFill>
                <a:schemeClr val="accent3">
                  <a:lumMod val="75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HGPSoeiKakupoptai" panose="040B0A00000000000000" pitchFamily="50" charset="-128"/>
              <a:ea typeface="HGPSoeiKakupoptai" panose="040B0A00000000000000" pitchFamily="50" charset="-128"/>
            </a:endParaRPr>
          </a:p>
          <a:p>
            <a:pPr algn="ctr"/>
            <a:r>
              <a:rPr lang="ja-JP" altLang="en-US" sz="9600" b="1" dirty="0">
                <a:ln w="10160">
                  <a:solidFill>
                    <a:schemeClr val="accent3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3">
                    <a:lumMod val="75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GPSoeiKakupoptai" panose="040B0A00000000000000" pitchFamily="50" charset="-128"/>
                <a:ea typeface="HGPSoeiKakupoptai" panose="040B0A00000000000000" pitchFamily="50" charset="-128"/>
              </a:rPr>
              <a:t>ございます！</a:t>
            </a:r>
            <a:endParaRPr lang="en-US" sz="9600" b="1" dirty="0">
              <a:ln w="10160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</a:ln>
              <a:solidFill>
                <a:schemeClr val="accent3">
                  <a:lumMod val="75000"/>
                </a:schemeClr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HGPSoeiKakupoptai" panose="040B0A00000000000000" pitchFamily="50" charset="-128"/>
              <a:ea typeface="HGPSoeiKakupoptai" panose="040B0A00000000000000" pitchFamily="50" charset="-128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D0B916-CF04-F64A-82A7-79406E0CB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AD219-8ABC-DA45-BD77-E0F6FE33C9D2}" type="datetime1">
              <a:rPr lang="en-US" smtClean="0"/>
              <a:t>12/7/21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906378-26F9-3743-8D79-C267179CC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724260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0"/>
  <p:tag name="MMPROD_UIDATA" val="&lt;database version=&quot;9.0&quot;&gt;&lt;object type=&quot;1&quot; unique_id=&quot;10001&quot;&gt;&lt;object type=&quot;2&quot; unique_id=&quot;12805&quot;&gt;&lt;object type=&quot;3&quot; unique_id=&quot;12806&quot;&gt;&lt;property id=&quot;20148&quot; value=&quot;5&quot;/&gt;&lt;property id=&quot;20300&quot; value=&quot;Slide 1&quot;/&gt;&lt;property id=&quot;20307&quot; value=&quot;258&quot;/&gt;&lt;/object&gt;&lt;object type=&quot;3&quot; unique_id=&quot;12807&quot;&gt;&lt;property id=&quot;20148&quot; value=&quot;5&quot;/&gt;&lt;property id=&quot;20300&quot; value=&quot;Slide 4&quot;/&gt;&lt;property id=&quot;20307&quot; value=&quot;259&quot;/&gt;&lt;/object&gt;&lt;object type=&quot;3&quot; unique_id=&quot;12808&quot;&gt;&lt;property id=&quot;20148&quot; value=&quot;5&quot;/&gt;&lt;property id=&quot;20300&quot; value=&quot;Slide 14&quot;/&gt;&lt;property id=&quot;20307&quot; value=&quot;264&quot;/&gt;&lt;/object&gt;&lt;object type=&quot;3&quot; unique_id=&quot;12839&quot;&gt;&lt;property id=&quot;20148&quot; value=&quot;5&quot;/&gt;&lt;property id=&quot;20300&quot; value=&quot;Slide 5&quot;/&gt;&lt;property id=&quot;20307&quot; value=&quot;265&quot;/&gt;&lt;/object&gt;&lt;object type=&quot;3&quot; unique_id=&quot;12888&quot;&gt;&lt;property id=&quot;20148&quot; value=&quot;5&quot;/&gt;&lt;property id=&quot;20300&quot; value=&quot;Slide 6&quot;/&gt;&lt;property id=&quot;20307&quot; value=&quot;266&quot;/&gt;&lt;/object&gt;&lt;object type=&quot;3&quot; unique_id=&quot;12889&quot;&gt;&lt;property id=&quot;20148&quot; value=&quot;5&quot;/&gt;&lt;property id=&quot;20300&quot; value=&quot;Slide 8&quot;/&gt;&lt;property id=&quot;20307&quot; value=&quot;267&quot;/&gt;&lt;/object&gt;&lt;object type=&quot;3&quot; unique_id=&quot;12890&quot;&gt;&lt;property id=&quot;20148&quot; value=&quot;5&quot;/&gt;&lt;property id=&quot;20300&quot; value=&quot;Slide 9&quot;/&gt;&lt;property id=&quot;20307&quot; value=&quot;268&quot;/&gt;&lt;/object&gt;&lt;object type=&quot;3&quot; unique_id=&quot;12891&quot;&gt;&lt;property id=&quot;20148&quot; value=&quot;5&quot;/&gt;&lt;property id=&quot;20300&quot; value=&quot;Slide 7&quot;/&gt;&lt;property id=&quot;20307&quot; value=&quot;269&quot;/&gt;&lt;/object&gt;&lt;object type=&quot;3&quot; unique_id=&quot;33935&quot;&gt;&lt;property id=&quot;20148&quot; value=&quot;5&quot;/&gt;&lt;property id=&quot;20300&quot; value=&quot;Slide 2&quot;/&gt;&lt;property id=&quot;20307&quot; value=&quot;274&quot;/&gt;&lt;/object&gt;&lt;object type=&quot;3&quot; unique_id=&quot;33936&quot;&gt;&lt;property id=&quot;20148&quot; value=&quot;5&quot;/&gt;&lt;property id=&quot;20300&quot; value=&quot;Slide 10&quot;/&gt;&lt;property id=&quot;20307&quot; value=&quot;273&quot;/&gt;&lt;/object&gt;&lt;object type=&quot;3&quot; unique_id=&quot;35537&quot;&gt;&lt;property id=&quot;20148&quot; value=&quot;5&quot;/&gt;&lt;property id=&quot;20300&quot; value=&quot;Slide 3&quot;/&gt;&lt;property id=&quot;20307&quot; value=&quot;275&quot;/&gt;&lt;/object&gt;&lt;object type=&quot;3&quot; unique_id=&quot;35538&quot;&gt;&lt;property id=&quot;20148&quot; value=&quot;5&quot;/&gt;&lt;property id=&quot;20300&quot; value=&quot;Slide 11&quot;/&gt;&lt;property id=&quot;20307&quot; value=&quot;278&quot;/&gt;&lt;/object&gt;&lt;object type=&quot;3&quot; unique_id=&quot;35539&quot;&gt;&lt;property id=&quot;20148&quot; value=&quot;5&quot;/&gt;&lt;property id=&quot;20300&quot; value=&quot;Slide 12&quot;/&gt;&lt;property id=&quot;20307&quot; value=&quot;277&quot;/&gt;&lt;/object&gt;&lt;object type=&quot;3&quot; unique_id=&quot;35540&quot;&gt;&lt;property id=&quot;20148&quot; value=&quot;5&quot;/&gt;&lt;property id=&quot;20300&quot; value=&quot;Slide 13&quot;/&gt;&lt;property id=&quot;20307&quot; value=&quot;276&quot;/&gt;&lt;/object&gt;&lt;/object&gt;&lt;object type=&quot;8&quot; unique_id=&quot;12813&quot;&gt;&lt;/object&gt;&lt;/object&gt;&lt;/database&gt;"/>
  <p:tag name="SECTOMILLISECCONVERTED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Stitched Border">
      <a:dk1>
        <a:srgbClr val="000000"/>
      </a:dk1>
      <a:lt1>
        <a:srgbClr val="FFFFFF"/>
      </a:lt1>
      <a:dk2>
        <a:srgbClr val="115981"/>
      </a:dk2>
      <a:lt2>
        <a:srgbClr val="E4DAC9"/>
      </a:lt2>
      <a:accent1>
        <a:srgbClr val="115981"/>
      </a:accent1>
      <a:accent2>
        <a:srgbClr val="4D5E31"/>
      </a:accent2>
      <a:accent3>
        <a:srgbClr val="B96934"/>
      </a:accent3>
      <a:accent4>
        <a:srgbClr val="458192"/>
      </a:accent4>
      <a:accent5>
        <a:srgbClr val="8D1120"/>
      </a:accent5>
      <a:accent6>
        <a:srgbClr val="AF9F8B"/>
      </a:accent6>
      <a:hlink>
        <a:srgbClr val="B96934"/>
      </a:hlink>
      <a:folHlink>
        <a:srgbClr val="7F7F7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titched Border">
      <a:dk1>
        <a:srgbClr val="000000"/>
      </a:dk1>
      <a:lt1>
        <a:srgbClr val="FFFFFF"/>
      </a:lt1>
      <a:dk2>
        <a:srgbClr val="115981"/>
      </a:dk2>
      <a:lt2>
        <a:srgbClr val="E4DAC9"/>
      </a:lt2>
      <a:accent1>
        <a:srgbClr val="115981"/>
      </a:accent1>
      <a:accent2>
        <a:srgbClr val="4D5E31"/>
      </a:accent2>
      <a:accent3>
        <a:srgbClr val="B96934"/>
      </a:accent3>
      <a:accent4>
        <a:srgbClr val="458192"/>
      </a:accent4>
      <a:accent5>
        <a:srgbClr val="8D1120"/>
      </a:accent5>
      <a:accent6>
        <a:srgbClr val="AF9F8B"/>
      </a:accent6>
      <a:hlink>
        <a:srgbClr val="B96934"/>
      </a:hlink>
      <a:folHlink>
        <a:srgbClr val="7F7F7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94DB5B3F-8133-4C47-A120-6F3ACAE5D1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{2780D6B7-C0F7-3541-BC1A-AE8E1D238AC9}tf16401378</Template>
  <TotalTime>0</TotalTime>
  <Words>251</Words>
  <Application>Microsoft Macintosh PowerPoint</Application>
  <PresentationFormat>Widescreen</PresentationFormat>
  <Paragraphs>210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HGMaruGothicMPRO</vt:lpstr>
      <vt:lpstr>HGPSoeiKakupoptai</vt:lpstr>
      <vt:lpstr>MS Shell Dlg 2</vt:lpstr>
      <vt:lpstr>NtMotoyaKyotai</vt:lpstr>
      <vt:lpstr>Arial</vt:lpstr>
      <vt:lpstr>Arial Rounded MT Bold</vt:lpstr>
      <vt:lpstr>Cavolini</vt:lpstr>
      <vt:lpstr>Wingdings</vt:lpstr>
      <vt:lpstr>Wingdings 3</vt:lpstr>
      <vt:lpstr>Madison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2014-08-29T22:47:40Z</dcterms:created>
  <dcterms:modified xsi:type="dcterms:W3CDTF">2021-12-08T03:52:10Z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TC034313719991</vt:lpwstr>
  </property>
</Properties>
</file>