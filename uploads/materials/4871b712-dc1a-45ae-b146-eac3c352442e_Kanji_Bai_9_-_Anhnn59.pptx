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05" r:id="rId2"/>
  </p:sldMasterIdLst>
  <p:notesMasterIdLst>
    <p:notesMasterId r:id="rId20"/>
  </p:notesMasterIdLst>
  <p:handoutMasterIdLst>
    <p:handoutMasterId r:id="rId21"/>
  </p:handoutMasterIdLst>
  <p:sldIdLst>
    <p:sldId id="258" r:id="rId3"/>
    <p:sldId id="293" r:id="rId4"/>
    <p:sldId id="294" r:id="rId5"/>
    <p:sldId id="309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10" r:id="rId17"/>
    <p:sldId id="306" r:id="rId18"/>
    <p:sldId id="264" r:id="rId19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CC854-4E90-394C-9D2B-19DC8863DBAB}" v="161" dt="2021-12-08T10:01:55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63" autoAdjust="0"/>
    <p:restoredTop sz="92448" autoAdjust="0"/>
  </p:normalViewPr>
  <p:slideViewPr>
    <p:cSldViewPr snapToGrid="0">
      <p:cViewPr varScale="1">
        <p:scale>
          <a:sx n="108" d="100"/>
          <a:sy n="108" d="100"/>
        </p:scale>
        <p:origin x="216" y="62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177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rayami Kurayami" userId="cf86d4f74176d0bb" providerId="LiveId" clId="{3DCCC854-4E90-394C-9D2B-19DC8863DBAB}"/>
    <pc:docChg chg="undo custSel modSld">
      <pc:chgData name="Kurayami Kurayami" userId="cf86d4f74176d0bb" providerId="LiveId" clId="{3DCCC854-4E90-394C-9D2B-19DC8863DBAB}" dt="2021-12-08T10:01:55.635" v="175"/>
      <pc:docMkLst>
        <pc:docMk/>
      </pc:docMkLst>
      <pc:sldChg chg="modAnim">
        <pc:chgData name="Kurayami Kurayami" userId="cf86d4f74176d0bb" providerId="LiveId" clId="{3DCCC854-4E90-394C-9D2B-19DC8863DBAB}" dt="2021-12-08T05:03:30.594" v="6"/>
        <pc:sldMkLst>
          <pc:docMk/>
          <pc:sldMk cId="661300850" sldId="294"/>
        </pc:sldMkLst>
      </pc:sldChg>
      <pc:sldChg chg="modSp modAnim">
        <pc:chgData name="Kurayami Kurayami" userId="cf86d4f74176d0bb" providerId="LiveId" clId="{3DCCC854-4E90-394C-9D2B-19DC8863DBAB}" dt="2021-12-08T05:08:41.819" v="36"/>
        <pc:sldMkLst>
          <pc:docMk/>
          <pc:sldMk cId="2719583625" sldId="295"/>
        </pc:sldMkLst>
        <pc:picChg chg="mod">
          <ac:chgData name="Kurayami Kurayami" userId="cf86d4f74176d0bb" providerId="LiveId" clId="{3DCCC854-4E90-394C-9D2B-19DC8863DBAB}" dt="2021-12-08T05:04:47.510" v="13" actId="14100"/>
          <ac:picMkLst>
            <pc:docMk/>
            <pc:sldMk cId="2719583625" sldId="295"/>
            <ac:picMk id="3074" creationId="{D77FA954-DC29-4EAD-BF5E-BF3BCC123D3E}"/>
          </ac:picMkLst>
        </pc:picChg>
      </pc:sldChg>
      <pc:sldChg chg="modAnim">
        <pc:chgData name="Kurayami Kurayami" userId="cf86d4f74176d0bb" providerId="LiveId" clId="{3DCCC854-4E90-394C-9D2B-19DC8863DBAB}" dt="2021-12-08T05:23:01.790" v="66"/>
        <pc:sldMkLst>
          <pc:docMk/>
          <pc:sldMk cId="2947502889" sldId="296"/>
        </pc:sldMkLst>
      </pc:sldChg>
      <pc:sldChg chg="modAnim">
        <pc:chgData name="Kurayami Kurayami" userId="cf86d4f74176d0bb" providerId="LiveId" clId="{3DCCC854-4E90-394C-9D2B-19DC8863DBAB}" dt="2021-12-08T05:25:00.145" v="77"/>
        <pc:sldMkLst>
          <pc:docMk/>
          <pc:sldMk cId="95480026" sldId="297"/>
        </pc:sldMkLst>
      </pc:sldChg>
      <pc:sldChg chg="modAnim">
        <pc:chgData name="Kurayami Kurayami" userId="cf86d4f74176d0bb" providerId="LiveId" clId="{3DCCC854-4E90-394C-9D2B-19DC8863DBAB}" dt="2021-12-08T09:45:35.644" v="106"/>
        <pc:sldMkLst>
          <pc:docMk/>
          <pc:sldMk cId="3865732887" sldId="298"/>
        </pc:sldMkLst>
      </pc:sldChg>
      <pc:sldChg chg="modSp mod modAnim">
        <pc:chgData name="Kurayami Kurayami" userId="cf86d4f74176d0bb" providerId="LiveId" clId="{3DCCC854-4E90-394C-9D2B-19DC8863DBAB}" dt="2021-12-08T09:48:08.374" v="124"/>
        <pc:sldMkLst>
          <pc:docMk/>
          <pc:sldMk cId="2252746396" sldId="299"/>
        </pc:sldMkLst>
        <pc:spChg chg="mod">
          <ac:chgData name="Kurayami Kurayami" userId="cf86d4f74176d0bb" providerId="LiveId" clId="{3DCCC854-4E90-394C-9D2B-19DC8863DBAB}" dt="2021-12-08T09:47:31.267" v="121" actId="1076"/>
          <ac:spMkLst>
            <pc:docMk/>
            <pc:sldMk cId="2252746396" sldId="299"/>
            <ac:spMk id="29" creationId="{00000000-0000-0000-0000-000000000000}"/>
          </ac:spMkLst>
        </pc:spChg>
        <pc:picChg chg="mod">
          <ac:chgData name="Kurayami Kurayami" userId="cf86d4f74176d0bb" providerId="LiveId" clId="{3DCCC854-4E90-394C-9D2B-19DC8863DBAB}" dt="2021-12-08T09:47:58.283" v="123" actId="1076"/>
          <ac:picMkLst>
            <pc:docMk/>
            <pc:sldMk cId="2252746396" sldId="299"/>
            <ac:picMk id="24" creationId="{F09643BE-993C-48AE-8803-18BD5A83A059}"/>
          </ac:picMkLst>
        </pc:picChg>
      </pc:sldChg>
      <pc:sldChg chg="modSp mod modAnim">
        <pc:chgData name="Kurayami Kurayami" userId="cf86d4f74176d0bb" providerId="LiveId" clId="{3DCCC854-4E90-394C-9D2B-19DC8863DBAB}" dt="2021-12-08T09:49:36.805" v="132"/>
        <pc:sldMkLst>
          <pc:docMk/>
          <pc:sldMk cId="2860532846" sldId="300"/>
        </pc:sldMkLst>
        <pc:picChg chg="mod">
          <ac:chgData name="Kurayami Kurayami" userId="cf86d4f74176d0bb" providerId="LiveId" clId="{3DCCC854-4E90-394C-9D2B-19DC8863DBAB}" dt="2021-12-08T09:49:01.403" v="129" actId="1076"/>
          <ac:picMkLst>
            <pc:docMk/>
            <pc:sldMk cId="2860532846" sldId="300"/>
            <ac:picMk id="19" creationId="{F74E98E1-4A8F-4897-BF1E-373A6EAE6FA5}"/>
          </ac:picMkLst>
        </pc:picChg>
      </pc:sldChg>
      <pc:sldChg chg="modAnim">
        <pc:chgData name="Kurayami Kurayami" userId="cf86d4f74176d0bb" providerId="LiveId" clId="{3DCCC854-4E90-394C-9D2B-19DC8863DBAB}" dt="2021-12-08T09:50:09.379" v="135"/>
        <pc:sldMkLst>
          <pc:docMk/>
          <pc:sldMk cId="1069870908" sldId="301"/>
        </pc:sldMkLst>
      </pc:sldChg>
      <pc:sldChg chg="modAnim">
        <pc:chgData name="Kurayami Kurayami" userId="cf86d4f74176d0bb" providerId="LiveId" clId="{3DCCC854-4E90-394C-9D2B-19DC8863DBAB}" dt="2021-12-08T09:54:30.477" v="155"/>
        <pc:sldMkLst>
          <pc:docMk/>
          <pc:sldMk cId="4195741092" sldId="302"/>
        </pc:sldMkLst>
      </pc:sldChg>
      <pc:sldChg chg="addSp delSp modSp mod modAnim">
        <pc:chgData name="Kurayami Kurayami" userId="cf86d4f74176d0bb" providerId="LiveId" clId="{3DCCC854-4E90-394C-9D2B-19DC8863DBAB}" dt="2021-12-08T09:57:13.475" v="164"/>
        <pc:sldMkLst>
          <pc:docMk/>
          <pc:sldMk cId="1342554236" sldId="303"/>
        </pc:sldMkLst>
        <pc:spChg chg="add del mod">
          <ac:chgData name="Kurayami Kurayami" userId="cf86d4f74176d0bb" providerId="LiveId" clId="{3DCCC854-4E90-394C-9D2B-19DC8863DBAB}" dt="2021-12-08T09:56:43.304" v="163"/>
          <ac:spMkLst>
            <pc:docMk/>
            <pc:sldMk cId="1342554236" sldId="303"/>
            <ac:spMk id="5" creationId="{B1D63B6F-2D44-BA40-995A-4237BC283CA7}"/>
          </ac:spMkLst>
        </pc:spChg>
      </pc:sldChg>
      <pc:sldChg chg="modAnim">
        <pc:chgData name="Kurayami Kurayami" userId="cf86d4f74176d0bb" providerId="LiveId" clId="{3DCCC854-4E90-394C-9D2B-19DC8863DBAB}" dt="2021-12-08T10:00:11.351" v="171"/>
        <pc:sldMkLst>
          <pc:docMk/>
          <pc:sldMk cId="3980756441" sldId="304"/>
        </pc:sldMkLst>
      </pc:sldChg>
      <pc:sldChg chg="modAnim">
        <pc:chgData name="Kurayami Kurayami" userId="cf86d4f74176d0bb" providerId="LiveId" clId="{3DCCC854-4E90-394C-9D2B-19DC8863DBAB}" dt="2021-12-08T10:01:55.635" v="175"/>
        <pc:sldMkLst>
          <pc:docMk/>
          <pc:sldMk cId="606954076" sldId="306"/>
        </pc:sldMkLst>
      </pc:sldChg>
      <pc:sldChg chg="modAnim">
        <pc:chgData name="Kurayami Kurayami" userId="cf86d4f74176d0bb" providerId="LiveId" clId="{3DCCC854-4E90-394C-9D2B-19DC8863DBAB}" dt="2021-12-08T05:04:23.889" v="11"/>
        <pc:sldMkLst>
          <pc:docMk/>
          <pc:sldMk cId="446688818" sldId="309"/>
        </pc:sldMkLst>
      </pc:sldChg>
    </pc:docChg>
  </pc:docChgLst>
  <pc:docChgLst>
    <pc:chgData name="Kurayami Kurayami" userId="cf86d4f74176d0bb" providerId="LiveId" clId="{309626A2-5555-8241-8C7E-D618B5B4BA85}"/>
    <pc:docChg chg="undo custSel addSld delSld modSld">
      <pc:chgData name="Kurayami Kurayami" userId="cf86d4f74176d0bb" providerId="LiveId" clId="{309626A2-5555-8241-8C7E-D618B5B4BA85}" dt="2021-09-14T17:17:42.626" v="729" actId="207"/>
      <pc:docMkLst>
        <pc:docMk/>
      </pc:docMkLst>
      <pc:sldChg chg="addSp delSp modSp mod modClrScheme chgLayout">
        <pc:chgData name="Kurayami Kurayami" userId="cf86d4f74176d0bb" providerId="LiveId" clId="{309626A2-5555-8241-8C7E-D618B5B4BA85}" dt="2021-09-14T10:32:29.436" v="657"/>
        <pc:sldMkLst>
          <pc:docMk/>
          <pc:sldMk cId="3688520819" sldId="258"/>
        </pc:sldMkLst>
        <pc:spChg chg="add mod">
          <ac:chgData name="Kurayami Kurayami" userId="cf86d4f74176d0bb" providerId="LiveId" clId="{309626A2-5555-8241-8C7E-D618B5B4BA85}" dt="2021-09-14T10:32:29.436" v="657"/>
          <ac:spMkLst>
            <pc:docMk/>
            <pc:sldMk cId="3688520819" sldId="258"/>
            <ac:spMk id="2" creationId="{5D1A6DD5-6ACE-E946-A4CA-64172FC83CCF}"/>
          </ac:spMkLst>
        </pc:spChg>
        <pc:spChg chg="add del mod ord">
          <ac:chgData name="Kurayami Kurayami" userId="cf86d4f74176d0bb" providerId="LiveId" clId="{309626A2-5555-8241-8C7E-D618B5B4BA85}" dt="2021-09-13T17:36:29.265" v="636" actId="478"/>
          <ac:spMkLst>
            <pc:docMk/>
            <pc:sldMk cId="3688520819" sldId="258"/>
            <ac:spMk id="2" creationId="{6875DF56-398D-2C42-83BF-BA6187A5D7C3}"/>
          </ac:spMkLst>
        </pc:spChg>
        <pc:spChg chg="add del mod ord">
          <ac:chgData name="Kurayami Kurayami" userId="cf86d4f74176d0bb" providerId="LiveId" clId="{309626A2-5555-8241-8C7E-D618B5B4BA85}" dt="2021-09-13T17:37:08.608" v="641" actId="700"/>
          <ac:spMkLst>
            <pc:docMk/>
            <pc:sldMk cId="3688520819" sldId="258"/>
            <ac:spMk id="3" creationId="{6D64151A-B8F8-764D-A012-4F8AF992F40C}"/>
          </ac:spMkLst>
        </pc:spChg>
        <pc:spChg chg="add mod">
          <ac:chgData name="Kurayami Kurayami" userId="cf86d4f74176d0bb" providerId="LiveId" clId="{309626A2-5555-8241-8C7E-D618B5B4BA85}" dt="2021-09-14T10:32:29.436" v="657"/>
          <ac:spMkLst>
            <pc:docMk/>
            <pc:sldMk cId="3688520819" sldId="258"/>
            <ac:spMk id="3" creationId="{C84AFD86-757E-334D-B233-B59376E1B9AC}"/>
          </ac:spMkLst>
        </pc:spChg>
        <pc:spChg chg="add del mod ord">
          <ac:chgData name="Kurayami Kurayami" userId="cf86d4f74176d0bb" providerId="LiveId" clId="{309626A2-5555-8241-8C7E-D618B5B4BA85}" dt="2021-09-13T17:36:41.529" v="638" actId="478"/>
          <ac:spMkLst>
            <pc:docMk/>
            <pc:sldMk cId="3688520819" sldId="258"/>
            <ac:spMk id="4" creationId="{843107E6-474F-F142-A079-EC788EC4DCB2}"/>
          </ac:spMkLst>
        </pc:spChg>
        <pc:spChg chg="mod">
          <ac:chgData name="Kurayami Kurayami" userId="cf86d4f74176d0bb" providerId="LiveId" clId="{309626A2-5555-8241-8C7E-D618B5B4BA85}" dt="2021-09-13T17:38:54.605" v="644" actId="1076"/>
          <ac:spMkLst>
            <pc:docMk/>
            <pc:sldMk cId="3688520819" sldId="258"/>
            <ac:spMk id="5" creationId="{E6C931A8-4630-4CDD-8EEE-60A9A2F97733}"/>
          </ac:spMkLst>
        </pc:spChg>
        <pc:spChg chg="add del mod">
          <ac:chgData name="Kurayami Kurayami" userId="cf86d4f74176d0bb" providerId="LiveId" clId="{309626A2-5555-8241-8C7E-D618B5B4BA85}" dt="2021-09-13T17:41:53.232" v="648" actId="478"/>
          <ac:spMkLst>
            <pc:docMk/>
            <pc:sldMk cId="3688520819" sldId="258"/>
            <ac:spMk id="6" creationId="{82404FBD-D048-9449-BA8C-724CB22FEE27}"/>
          </ac:spMkLst>
        </pc:spChg>
        <pc:spChg chg="add del mod">
          <ac:chgData name="Kurayami Kurayami" userId="cf86d4f74176d0bb" providerId="LiveId" clId="{309626A2-5555-8241-8C7E-D618B5B4BA85}" dt="2021-09-13T17:41:50.708" v="647" actId="478"/>
          <ac:spMkLst>
            <pc:docMk/>
            <pc:sldMk cId="3688520819" sldId="258"/>
            <ac:spMk id="7" creationId="{BE370313-6396-1549-8465-39AF417F6E8E}"/>
          </ac:spMkLst>
        </pc:spChg>
        <pc:spChg chg="add del mod">
          <ac:chgData name="Kurayami Kurayami" userId="cf86d4f74176d0bb" providerId="LiveId" clId="{309626A2-5555-8241-8C7E-D618B5B4BA85}" dt="2021-09-13T17:41:47.320" v="646" actId="478"/>
          <ac:spMkLst>
            <pc:docMk/>
            <pc:sldMk cId="3688520819" sldId="258"/>
            <ac:spMk id="8" creationId="{DFB9D2D1-1C27-A740-B989-054395056E57}"/>
          </ac:spMkLst>
        </pc:spChg>
        <pc:spChg chg="add del mod">
          <ac:chgData name="Kurayami Kurayami" userId="cf86d4f74176d0bb" providerId="LiveId" clId="{309626A2-5555-8241-8C7E-D618B5B4BA85}" dt="2021-09-13T17:46:59.830" v="652"/>
          <ac:spMkLst>
            <pc:docMk/>
            <pc:sldMk cId="3688520819" sldId="258"/>
            <ac:spMk id="10" creationId="{177562DF-535B-5F4C-85FA-C45A335E9B88}"/>
          </ac:spMkLst>
        </pc:spChg>
        <pc:spChg chg="add mod">
          <ac:chgData name="Kurayami Kurayami" userId="cf86d4f74176d0bb" providerId="LiveId" clId="{309626A2-5555-8241-8C7E-D618B5B4BA85}" dt="2021-09-13T17:46:56.134" v="650"/>
          <ac:spMkLst>
            <pc:docMk/>
            <pc:sldMk cId="3688520819" sldId="258"/>
            <ac:spMk id="14" creationId="{056FA900-F62F-8645-96AB-F054B1A2E240}"/>
          </ac:spMkLst>
        </pc:spChg>
        <pc:spChg chg="mod">
          <ac:chgData name="Kurayami Kurayami" userId="cf86d4f74176d0bb" providerId="LiveId" clId="{309626A2-5555-8241-8C7E-D618B5B4BA85}" dt="2021-09-13T17:38:54.605" v="644" actId="1076"/>
          <ac:spMkLst>
            <pc:docMk/>
            <pc:sldMk cId="3688520819" sldId="258"/>
            <ac:spMk id="23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7:38:54.605" v="644" actId="1076"/>
          <ac:spMkLst>
            <pc:docMk/>
            <pc:sldMk cId="3688520819" sldId="258"/>
            <ac:spMk id="24" creationId="{00000000-0000-0000-0000-000000000000}"/>
          </ac:spMkLst>
        </pc:spChg>
        <pc:picChg chg="add mod">
          <ac:chgData name="Kurayami Kurayami" userId="cf86d4f74176d0bb" providerId="LiveId" clId="{309626A2-5555-8241-8C7E-D618B5B4BA85}" dt="2021-09-13T17:37:24.668" v="643"/>
          <ac:picMkLst>
            <pc:docMk/>
            <pc:sldMk cId="3688520819" sldId="258"/>
            <ac:picMk id="9" creationId="{0CC79B84-7893-9649-BCF6-5A0C49DEDB2D}"/>
          </ac:picMkLst>
        </pc:picChg>
        <pc:picChg chg="del">
          <ac:chgData name="Kurayami Kurayami" userId="cf86d4f74176d0bb" providerId="LiveId" clId="{309626A2-5555-8241-8C7E-D618B5B4BA85}" dt="2021-09-13T17:37:23.114" v="642" actId="478"/>
          <ac:picMkLst>
            <pc:docMk/>
            <pc:sldMk cId="3688520819" sldId="258"/>
            <ac:picMk id="25" creationId="{00000000-0000-0000-0000-000000000000}"/>
          </ac:picMkLst>
        </pc:pic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724260403" sldId="264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724260403" sldId="264"/>
            <ac:spMk id="2" creationId="{FF16893C-97CF-E945-BF66-D755BED54C4C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724260403" sldId="264"/>
            <ac:spMk id="3" creationId="{3CE60283-153A-FA4D-8AD9-FC13242976E8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724260403" sldId="264"/>
            <ac:spMk id="5" creationId="{913387BB-2176-3C43-B5B1-279C79D10321}"/>
          </ac:spMkLst>
        </pc:spChg>
      </pc:sldChg>
      <pc:sldChg chg="addSp delSp modSp mod">
        <pc:chgData name="Kurayami Kurayami" userId="cf86d4f74176d0bb" providerId="LiveId" clId="{309626A2-5555-8241-8C7E-D618B5B4BA85}" dt="2021-09-14T17:17:42.626" v="729" actId="207"/>
        <pc:sldMkLst>
          <pc:docMk/>
          <pc:sldMk cId="3533646092" sldId="293"/>
        </pc:sldMkLst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" creationId="{8BD38C03-C10C-4113-BB9F-46FC6EC253A8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533646092" sldId="293"/>
            <ac:spMk id="3" creationId="{67AD6D95-DB57-D140-9832-AE667BBC8E00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533646092" sldId="293"/>
            <ac:spMk id="4" creationId="{930B1B3F-C5D3-5042-862E-398057598575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3533646092" sldId="293"/>
            <ac:spMk id="5" creationId="{9E4119DF-5204-3141-A0F8-5D38562FF5EC}"/>
          </ac:spMkLst>
        </pc:spChg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3" creationId="{8AE391CB-E4DF-40BE-B0EB-485B4CB3A7F3}"/>
          </ac:spMkLst>
        </pc:spChg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4" creationId="{8E35FCB7-4E4E-4142-8395-0B9DD0F8FDE6}"/>
          </ac:spMkLst>
        </pc:spChg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5" creationId="{3F4E5BA0-1C66-48BA-A8EA-A0ECB33DE74A}"/>
          </ac:spMkLst>
        </pc:spChg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8" creationId="{6ACD47E3-F25E-42A2-AADC-5C1592165D0C}"/>
          </ac:spMkLst>
        </pc:spChg>
        <pc:spChg chg="mod">
          <ac:chgData name="Kurayami Kurayami" userId="cf86d4f74176d0bb" providerId="LiveId" clId="{309626A2-5555-8241-8C7E-D618B5B4BA85}" dt="2021-09-14T17:17:37.287" v="728" actId="207"/>
          <ac:spMkLst>
            <pc:docMk/>
            <pc:sldMk cId="3533646092" sldId="293"/>
            <ac:spMk id="29" creationId="{224440FD-4ED4-4EB4-AC33-CE156A9B4969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0" creationId="{45BE4D55-F6CE-4E64-B3D9-29E7BAB9371C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1" creationId="{A13753E6-D909-40AD-8424-3F770EC72BCF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3" creationId="{C897A06A-36F3-40D5-9B0D-C0D31B90BED0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4" creationId="{44F08081-0266-43EE-8035-61CD90375D12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5" creationId="{5A174701-6E3B-452C-9CE0-15A11E34006E}"/>
          </ac:spMkLst>
        </pc:spChg>
        <pc:spChg chg="mod">
          <ac:chgData name="Kurayami Kurayami" userId="cf86d4f74176d0bb" providerId="LiveId" clId="{309626A2-5555-8241-8C7E-D618B5B4BA85}" dt="2021-09-14T17:17:42.626" v="729" actId="207"/>
          <ac:spMkLst>
            <pc:docMk/>
            <pc:sldMk cId="3533646092" sldId="293"/>
            <ac:spMk id="36" creationId="{9DB8C552-3EE7-4B19-857F-8094B497E429}"/>
          </ac:spMkLst>
        </pc:spChg>
      </pc:sldChg>
      <pc:sldChg chg="addSp delSp modSp modAnim">
        <pc:chgData name="Kurayami Kurayami" userId="cf86d4f74176d0bb" providerId="LiveId" clId="{309626A2-5555-8241-8C7E-D618B5B4BA85}" dt="2021-09-14T10:36:45.753" v="715"/>
        <pc:sldMkLst>
          <pc:docMk/>
          <pc:sldMk cId="661300850" sldId="294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661300850" sldId="294"/>
            <ac:spMk id="3" creationId="{9A61554D-9324-D147-A361-E37643DFFC12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661300850" sldId="294"/>
            <ac:spMk id="5" creationId="{4D5DF763-B6C5-CA48-B1A6-DBE9C4844415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661300850" sldId="294"/>
            <ac:spMk id="6" creationId="{A2CA73D1-9E21-544F-A690-1CA2F40B78C7}"/>
          </ac:spMkLst>
        </pc:spChg>
        <pc:spChg chg="mod">
          <ac:chgData name="Kurayami Kurayami" userId="cf86d4f74176d0bb" providerId="LiveId" clId="{309626A2-5555-8241-8C7E-D618B5B4BA85}" dt="2021-09-13T00:21:19.281" v="19" actId="20577"/>
          <ac:spMkLst>
            <pc:docMk/>
            <pc:sldMk cId="661300850" sldId="294"/>
            <ac:spMk id="23" creationId="{25CA8084-B57F-A94B-A124-48FDC3D9B882}"/>
          </ac:spMkLst>
        </pc:spChg>
      </pc:sldChg>
      <pc:sldChg chg="addSp delSp modSp mod modAnim">
        <pc:chgData name="Kurayami Kurayami" userId="cf86d4f74176d0bb" providerId="LiveId" clId="{309626A2-5555-8241-8C7E-D618B5B4BA85}" dt="2021-09-14T10:32:29.436" v="657"/>
        <pc:sldMkLst>
          <pc:docMk/>
          <pc:sldMk cId="2719583625" sldId="295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719583625" sldId="295"/>
            <ac:spMk id="2" creationId="{16633E4A-12D9-8A49-9C4B-E6204BEE828A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719583625" sldId="295"/>
            <ac:spMk id="3" creationId="{B453AB19-4A93-274B-80B3-657896FDDD5A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2719583625" sldId="295"/>
            <ac:spMk id="5" creationId="{5E42D41B-6D78-4941-B91D-512A0938EF93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19" creationId="{ABD44B14-8BFE-46C1-850F-42358BD207CD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1" creationId="{07D93AB5-7D3D-4A48-B6FA-BD3FB315FDCF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5" creationId="{5790F747-A509-4FAA-84AA-33B438E995E2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6" creationId="{341142CF-3C0F-465A-A8A9-C39BCC497D1E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7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8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00:22:04.650" v="24" actId="1076"/>
          <ac:spMkLst>
            <pc:docMk/>
            <pc:sldMk cId="2719583625" sldId="295"/>
            <ac:spMk id="29" creationId="{00000000-0000-0000-0000-000000000000}"/>
          </ac:spMkLst>
        </pc:spChg>
        <pc:spChg chg="add mod">
          <ac:chgData name="Kurayami Kurayami" userId="cf86d4f74176d0bb" providerId="LiveId" clId="{309626A2-5555-8241-8C7E-D618B5B4BA85}" dt="2021-09-13T00:22:21.510" v="34" actId="20577"/>
          <ac:spMkLst>
            <pc:docMk/>
            <pc:sldMk cId="2719583625" sldId="295"/>
            <ac:spMk id="30" creationId="{6F1CD28A-F24B-484B-8618-D54B7415013A}"/>
          </ac:spMkLst>
        </pc:spChg>
        <pc:spChg chg="add mod">
          <ac:chgData name="Kurayami Kurayami" userId="cf86d4f74176d0bb" providerId="LiveId" clId="{309626A2-5555-8241-8C7E-D618B5B4BA85}" dt="2021-09-13T00:22:29.788" v="41" actId="20577"/>
          <ac:spMkLst>
            <pc:docMk/>
            <pc:sldMk cId="2719583625" sldId="295"/>
            <ac:spMk id="32" creationId="{1FCF88E5-64CA-984B-91F4-6FBA3DF022F5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3" creationId="{5F4AA468-6FB6-2945-B7E2-0FC17C7798F6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4" creationId="{92ED10CA-4097-AE4E-913D-87AD61F26A62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5" creationId="{4EB39A99-85C9-214D-81B1-9F88AC336DAF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6" creationId="{5250574E-CB89-AC4A-8276-F6F0231263F2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7" creationId="{B6D3EDBC-2349-C142-B32C-B04FE2C9BB39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8" creationId="{B776C565-CB95-764E-B25A-CF87FFE7F2B8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39" creationId="{7C28A3ED-7C45-0C46-B50C-ABE97C46E12A}"/>
          </ac:spMkLst>
        </pc:spChg>
        <pc:spChg chg="add mod">
          <ac:chgData name="Kurayami Kurayami" userId="cf86d4f74176d0bb" providerId="LiveId" clId="{309626A2-5555-8241-8C7E-D618B5B4BA85}" dt="2021-09-13T00:21:58.061" v="23" actId="571"/>
          <ac:spMkLst>
            <pc:docMk/>
            <pc:sldMk cId="2719583625" sldId="295"/>
            <ac:spMk id="40" creationId="{35D50F7C-4F40-3C42-A752-04C1533DD9E4}"/>
          </ac:spMkLst>
        </pc:spChg>
      </pc:sldChg>
      <pc:sldChg chg="addSp delSp modSp mod modAnim">
        <pc:chgData name="Kurayami Kurayami" userId="cf86d4f74176d0bb" providerId="LiveId" clId="{309626A2-5555-8241-8C7E-D618B5B4BA85}" dt="2021-09-14T10:32:29.436" v="657"/>
        <pc:sldMkLst>
          <pc:docMk/>
          <pc:sldMk cId="2947502889" sldId="296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947502889" sldId="296"/>
            <ac:spMk id="2" creationId="{56DD43EF-3D84-8D45-90BB-48ADB81073A5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947502889" sldId="296"/>
            <ac:spMk id="3" creationId="{4F4B96E5-CD83-9141-896D-95F8770BEED3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2947502889" sldId="296"/>
            <ac:spMk id="5" creationId="{2212A955-EB24-944B-B44E-64893157511A}"/>
          </ac:spMkLst>
        </pc:spChg>
        <pc:spChg chg="mod">
          <ac:chgData name="Kurayami Kurayami" userId="cf86d4f74176d0bb" providerId="LiveId" clId="{309626A2-5555-8241-8C7E-D618B5B4BA85}" dt="2021-09-13T15:24:20.254" v="58" actId="1035"/>
          <ac:spMkLst>
            <pc:docMk/>
            <pc:sldMk cId="2947502889" sldId="296"/>
            <ac:spMk id="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4:32.130" v="75" actId="1036"/>
          <ac:spMkLst>
            <pc:docMk/>
            <pc:sldMk cId="2947502889" sldId="296"/>
            <ac:spMk id="18" creationId="{103B9CF3-05C7-490A-8F39-DBF28F525A70}"/>
          </ac:spMkLst>
        </pc:spChg>
        <pc:spChg chg="add mod">
          <ac:chgData name="Kurayami Kurayami" userId="cf86d4f74176d0bb" providerId="LiveId" clId="{309626A2-5555-8241-8C7E-D618B5B4BA85}" dt="2021-09-13T15:25:12.537" v="157" actId="20577"/>
          <ac:spMkLst>
            <pc:docMk/>
            <pc:sldMk cId="2947502889" sldId="296"/>
            <ac:spMk id="19" creationId="{D36ED02B-2EB8-E648-A8DF-C885855AB6EB}"/>
          </ac:spMkLst>
        </pc:spChg>
        <pc:spChg chg="mod">
          <ac:chgData name="Kurayami Kurayami" userId="cf86d4f74176d0bb" providerId="LiveId" clId="{309626A2-5555-8241-8C7E-D618B5B4BA85}" dt="2021-09-13T15:24:32.130" v="75" actId="1036"/>
          <ac:spMkLst>
            <pc:docMk/>
            <pc:sldMk cId="2947502889" sldId="296"/>
            <ac:spMk id="20" creationId="{92E93608-4FCA-4811-9D8D-DB329B180844}"/>
          </ac:spMkLst>
        </pc:spChg>
        <pc:spChg chg="add mod">
          <ac:chgData name="Kurayami Kurayami" userId="cf86d4f74176d0bb" providerId="LiveId" clId="{309626A2-5555-8241-8C7E-D618B5B4BA85}" dt="2021-09-13T15:25:18.137" v="166" actId="20577"/>
          <ac:spMkLst>
            <pc:docMk/>
            <pc:sldMk cId="2947502889" sldId="296"/>
            <ac:spMk id="21" creationId="{FE43DD14-3E79-9544-98E8-B10CEA5750C3}"/>
          </ac:spMkLst>
        </pc:spChg>
        <pc:spChg chg="mod">
          <ac:chgData name="Kurayami Kurayami" userId="cf86d4f74176d0bb" providerId="LiveId" clId="{309626A2-5555-8241-8C7E-D618B5B4BA85}" dt="2021-09-13T15:24:20.254" v="58" actId="1035"/>
          <ac:spMkLst>
            <pc:docMk/>
            <pc:sldMk cId="2947502889" sldId="296"/>
            <ac:spMk id="27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4:59.328" v="148" actId="1036"/>
          <ac:spMkLst>
            <pc:docMk/>
            <pc:sldMk cId="2947502889" sldId="296"/>
            <ac:spMk id="28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4:59.328" v="148" actId="1036"/>
          <ac:spMkLst>
            <pc:docMk/>
            <pc:sldMk cId="2947502889" sldId="296"/>
            <ac:spMk id="29" creationId="{00000000-0000-0000-0000-000000000000}"/>
          </ac:spMkLst>
        </pc:sp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95480026" sldId="297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95480026" sldId="297"/>
            <ac:spMk id="2" creationId="{353C373F-2923-F04A-B500-48C54C2CB8C7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95480026" sldId="297"/>
            <ac:spMk id="3" creationId="{3CB2A551-2821-1641-8C82-960A7EC12265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95480026" sldId="297"/>
            <ac:spMk id="5" creationId="{21C503BD-707D-374C-892F-8B25C1E21949}"/>
          </ac:spMkLst>
        </pc:sp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3865732887" sldId="298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865732887" sldId="298"/>
            <ac:spMk id="2" creationId="{6543BA7A-D451-8B4B-96FA-A2F979024063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865732887" sldId="298"/>
            <ac:spMk id="3" creationId="{95CB18F2-4CC7-334B-8184-BF20D024A63E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3865732887" sldId="298"/>
            <ac:spMk id="5" creationId="{E1D5FB6C-94FD-6B47-B681-8D9119B0CF13}"/>
          </ac:spMkLst>
        </pc:spChg>
      </pc:sldChg>
      <pc:sldChg chg="addSp delSp modSp mod">
        <pc:chgData name="Kurayami Kurayami" userId="cf86d4f74176d0bb" providerId="LiveId" clId="{309626A2-5555-8241-8C7E-D618B5B4BA85}" dt="2021-09-14T10:32:29.436" v="657"/>
        <pc:sldMkLst>
          <pc:docMk/>
          <pc:sldMk cId="2252746396" sldId="299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252746396" sldId="299"/>
            <ac:spMk id="2" creationId="{EDFA0E42-4ADF-B64D-813B-A500EE32A8E6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252746396" sldId="299"/>
            <ac:spMk id="3" creationId="{C1215C00-EEF3-4F48-905C-CCD4DFDACE0A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2252746396" sldId="299"/>
            <ac:spMk id="5" creationId="{8C2F92E7-440D-604A-A5CA-BF812A96B5D8}"/>
          </ac:spMkLst>
        </pc:spChg>
        <pc:spChg chg="mod">
          <ac:chgData name="Kurayami Kurayami" userId="cf86d4f74176d0bb" providerId="LiveId" clId="{309626A2-5555-8241-8C7E-D618B5B4BA85}" dt="2021-09-13T15:26:40.613" v="187" actId="20577"/>
          <ac:spMkLst>
            <pc:docMk/>
            <pc:sldMk cId="2252746396" sldId="299"/>
            <ac:spMk id="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6:47.571" v="203" actId="20577"/>
          <ac:spMkLst>
            <pc:docMk/>
            <pc:sldMk cId="2252746396" sldId="299"/>
            <ac:spMk id="28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6:54.941" v="216" actId="20577"/>
          <ac:spMkLst>
            <pc:docMk/>
            <pc:sldMk cId="2252746396" sldId="299"/>
            <ac:spMk id="29" creationId="{00000000-0000-0000-0000-000000000000}"/>
          </ac:spMkLst>
        </pc:spChg>
        <pc:picChg chg="del mod">
          <ac:chgData name="Kurayami Kurayami" userId="cf86d4f74176d0bb" providerId="LiveId" clId="{309626A2-5555-8241-8C7E-D618B5B4BA85}" dt="2021-09-13T15:27:03.292" v="218" actId="478"/>
          <ac:picMkLst>
            <pc:docMk/>
            <pc:sldMk cId="2252746396" sldId="299"/>
            <ac:picMk id="2" creationId="{9A28B15E-65F3-48F3-A76C-D017F415670E}"/>
          </ac:picMkLst>
        </pc:picChg>
        <pc:picChg chg="mod">
          <ac:chgData name="Kurayami Kurayami" userId="cf86d4f74176d0bb" providerId="LiveId" clId="{309626A2-5555-8241-8C7E-D618B5B4BA85}" dt="2021-09-13T15:27:07.816" v="219" actId="1076"/>
          <ac:picMkLst>
            <pc:docMk/>
            <pc:sldMk cId="2252746396" sldId="299"/>
            <ac:picMk id="24" creationId="{F09643BE-993C-48AE-8803-18BD5A83A059}"/>
          </ac:picMkLst>
        </pc:pic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2860532846" sldId="300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860532846" sldId="300"/>
            <ac:spMk id="2" creationId="{1A05A07D-232C-BA4A-8D17-3D24AD14CA2F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2860532846" sldId="300"/>
            <ac:spMk id="3" creationId="{A1F5409E-BF13-F44F-8783-D15CBE9CF825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2860532846" sldId="300"/>
            <ac:spMk id="5" creationId="{860C7E4C-53FE-DD4D-A7FD-BB5FE0A8C1CA}"/>
          </ac:spMkLst>
        </pc:sp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1069870908" sldId="301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1069870908" sldId="301"/>
            <ac:spMk id="2" creationId="{9FBE44CB-A5B1-D249-A77B-DFE5972C0469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1069870908" sldId="301"/>
            <ac:spMk id="3" creationId="{5B2D96C4-C735-4942-8602-76742F81663D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1069870908" sldId="301"/>
            <ac:spMk id="5" creationId="{F7F90284-01DA-0C47-BA0C-1E119B744A15}"/>
          </ac:spMkLst>
        </pc:spChg>
        <pc:spChg chg="mod">
          <ac:chgData name="Kurayami Kurayami" userId="cf86d4f74176d0bb" providerId="LiveId" clId="{309626A2-5555-8241-8C7E-D618B5B4BA85}" dt="2021-09-13T15:27:48.554" v="233" actId="20577"/>
          <ac:spMkLst>
            <pc:docMk/>
            <pc:sldMk cId="1069870908" sldId="301"/>
            <ac:spMk id="21" creationId="{08BFB072-9836-482B-8A24-261BD8949D18}"/>
          </ac:spMkLst>
        </pc:spChg>
        <pc:spChg chg="mod">
          <ac:chgData name="Kurayami Kurayami" userId="cf86d4f74176d0bb" providerId="LiveId" clId="{309626A2-5555-8241-8C7E-D618B5B4BA85}" dt="2021-09-13T15:27:54.045" v="244" actId="20577"/>
          <ac:spMkLst>
            <pc:docMk/>
            <pc:sldMk cId="1069870908" sldId="301"/>
            <ac:spMk id="24" creationId="{E58D6077-36D7-4350-9117-113C8B6F77AF}"/>
          </ac:spMkLst>
        </pc:spChg>
      </pc:sldChg>
      <pc:sldChg chg="addSp delSp modSp mod modAnim">
        <pc:chgData name="Kurayami Kurayami" userId="cf86d4f74176d0bb" providerId="LiveId" clId="{309626A2-5555-8241-8C7E-D618B5B4BA85}" dt="2021-09-14T10:34:42.183" v="693"/>
        <pc:sldMkLst>
          <pc:docMk/>
          <pc:sldMk cId="4195741092" sldId="302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4195741092" sldId="302"/>
            <ac:spMk id="2" creationId="{E7041EF5-97F1-2541-97B8-9D4525A48F7F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4195741092" sldId="302"/>
            <ac:spMk id="3" creationId="{3B6670DD-1769-054F-B0E7-D7C612D95538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4195741092" sldId="302"/>
            <ac:spMk id="5" creationId="{D0AB394C-F5C9-DE41-AAD5-A75D7E121205}"/>
          </ac:spMkLst>
        </pc:spChg>
        <pc:spChg chg="add del mod">
          <ac:chgData name="Kurayami Kurayami" userId="cf86d4f74176d0bb" providerId="LiveId" clId="{309626A2-5555-8241-8C7E-D618B5B4BA85}" dt="2021-09-14T10:32:19.932" v="656"/>
          <ac:spMkLst>
            <pc:docMk/>
            <pc:sldMk cId="4195741092" sldId="302"/>
            <ac:spMk id="6" creationId="{3CA47C74-7A3E-B14F-A5AD-D29E1D384B93}"/>
          </ac:spMkLst>
        </pc:spChg>
        <pc:spChg chg="mod">
          <ac:chgData name="Kurayami Kurayami" userId="cf86d4f74176d0bb" providerId="LiveId" clId="{309626A2-5555-8241-8C7E-D618B5B4BA85}" dt="2021-09-13T15:28:32.009" v="265" actId="20577"/>
          <ac:spMkLst>
            <pc:docMk/>
            <pc:sldMk cId="4195741092" sldId="302"/>
            <ac:spMk id="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8:36.733" v="276" actId="20577"/>
          <ac:spMkLst>
            <pc:docMk/>
            <pc:sldMk cId="4195741092" sldId="302"/>
            <ac:spMk id="27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9:14.677" v="294" actId="20577"/>
          <ac:spMkLst>
            <pc:docMk/>
            <pc:sldMk cId="4195741092" sldId="302"/>
            <ac:spMk id="28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29:53.746" v="337" actId="20577"/>
          <ac:spMkLst>
            <pc:docMk/>
            <pc:sldMk cId="4195741092" sldId="302"/>
            <ac:spMk id="2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30:23.772" v="350" actId="20577"/>
          <ac:spMkLst>
            <pc:docMk/>
            <pc:sldMk cId="4195741092" sldId="302"/>
            <ac:spMk id="34" creationId="{BB2F1F4C-04D3-4747-AAB8-1CBCE20FAECB}"/>
          </ac:spMkLst>
        </pc:spChg>
        <pc:spChg chg="mod">
          <ac:chgData name="Kurayami Kurayami" userId="cf86d4f74176d0bb" providerId="LiveId" clId="{309626A2-5555-8241-8C7E-D618B5B4BA85}" dt="2021-09-13T15:30:28.358" v="355" actId="20577"/>
          <ac:spMkLst>
            <pc:docMk/>
            <pc:sldMk cId="4195741092" sldId="302"/>
            <ac:spMk id="35" creationId="{8351470D-48ED-44EE-B337-B0A9571E011F}"/>
          </ac:spMkLst>
        </pc:spChg>
        <pc:picChg chg="del">
          <ac:chgData name="Kurayami Kurayami" userId="cf86d4f74176d0bb" providerId="LiveId" clId="{309626A2-5555-8241-8C7E-D618B5B4BA85}" dt="2021-09-13T15:31:34.045" v="356" actId="478"/>
          <ac:picMkLst>
            <pc:docMk/>
            <pc:sldMk cId="4195741092" sldId="302"/>
            <ac:picMk id="2" creationId="{76898989-6AB1-4EB7-B005-13B3F254A2E2}"/>
          </ac:picMkLst>
        </pc:picChg>
        <pc:picChg chg="mod">
          <ac:chgData name="Kurayami Kurayami" userId="cf86d4f74176d0bb" providerId="LiveId" clId="{309626A2-5555-8241-8C7E-D618B5B4BA85}" dt="2021-09-13T15:31:54.365" v="362" actId="1076"/>
          <ac:picMkLst>
            <pc:docMk/>
            <pc:sldMk cId="4195741092" sldId="302"/>
            <ac:picMk id="21" creationId="{AC1AE7F5-EF7A-413D-9C2B-F745C981974A}"/>
          </ac:picMkLst>
        </pc:picChg>
        <pc:picChg chg="add mod">
          <ac:chgData name="Kurayami Kurayami" userId="cf86d4f74176d0bb" providerId="LiveId" clId="{309626A2-5555-8241-8C7E-D618B5B4BA85}" dt="2021-09-13T15:31:45.146" v="359" actId="1076"/>
          <ac:picMkLst>
            <pc:docMk/>
            <pc:sldMk cId="4195741092" sldId="302"/>
            <ac:picMk id="1026" creationId="{3861CFB2-785D-E24C-AE4B-1D0A0DD08ADB}"/>
          </ac:picMkLst>
        </pc:picChg>
      </pc:sldChg>
      <pc:sldChg chg="addSp delSp modSp">
        <pc:chgData name="Kurayami Kurayami" userId="cf86d4f74176d0bb" providerId="LiveId" clId="{309626A2-5555-8241-8C7E-D618B5B4BA85}" dt="2021-09-14T10:32:29.436" v="657"/>
        <pc:sldMkLst>
          <pc:docMk/>
          <pc:sldMk cId="1342554236" sldId="303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1342554236" sldId="303"/>
            <ac:spMk id="2" creationId="{F47AD51C-2078-2543-8EF7-59866397716D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1342554236" sldId="303"/>
            <ac:spMk id="3" creationId="{5405A7FE-B51F-7545-A90F-6E57422558D5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1342554236" sldId="303"/>
            <ac:spMk id="5" creationId="{DE20E250-B26E-1D49-AC5D-D809AA8B0C2E}"/>
          </ac:spMkLst>
        </pc:spChg>
        <pc:spChg chg="mod">
          <ac:chgData name="Kurayami Kurayami" userId="cf86d4f74176d0bb" providerId="LiveId" clId="{309626A2-5555-8241-8C7E-D618B5B4BA85}" dt="2021-09-13T15:32:15.594" v="382" actId="20577"/>
          <ac:spMkLst>
            <pc:docMk/>
            <pc:sldMk cId="1342554236" sldId="303"/>
            <ac:spMk id="9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32:20.729" v="392" actId="20577"/>
          <ac:spMkLst>
            <pc:docMk/>
            <pc:sldMk cId="1342554236" sldId="303"/>
            <ac:spMk id="27" creationId="{00000000-0000-0000-0000-000000000000}"/>
          </ac:spMkLst>
        </pc:spChg>
      </pc:sldChg>
      <pc:sldChg chg="addSp delSp modSp modAnim">
        <pc:chgData name="Kurayami Kurayami" userId="cf86d4f74176d0bb" providerId="LiveId" clId="{309626A2-5555-8241-8C7E-D618B5B4BA85}" dt="2021-09-14T10:38:52.112" v="727"/>
        <pc:sldMkLst>
          <pc:docMk/>
          <pc:sldMk cId="3980756441" sldId="304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980756441" sldId="304"/>
            <ac:spMk id="3" creationId="{4CBADE5F-A55D-6149-B0D4-5B0AA22060D1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3980756441" sldId="304"/>
            <ac:spMk id="5" creationId="{324C7A5D-8DF7-2540-AE32-ED44AEB4CF7E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3980756441" sldId="304"/>
            <ac:spMk id="6" creationId="{69999BFD-181B-1D41-AF41-0C977C4A4327}"/>
          </ac:spMkLst>
        </pc:spChg>
      </pc:sldChg>
      <pc:sldChg chg="modSp del mod">
        <pc:chgData name="Kurayami Kurayami" userId="cf86d4f74176d0bb" providerId="LiveId" clId="{309626A2-5555-8241-8C7E-D618B5B4BA85}" dt="2021-09-13T15:38:35.066" v="403" actId="2696"/>
        <pc:sldMkLst>
          <pc:docMk/>
          <pc:sldMk cId="1787035014" sldId="305"/>
        </pc:sldMkLst>
        <pc:spChg chg="mod">
          <ac:chgData name="Kurayami Kurayami" userId="cf86d4f74176d0bb" providerId="LiveId" clId="{309626A2-5555-8241-8C7E-D618B5B4BA85}" dt="2021-09-13T15:34:46.283" v="401" actId="20577"/>
          <ac:spMkLst>
            <pc:docMk/>
            <pc:sldMk cId="1787035014" sldId="305"/>
            <ac:spMk id="4" creationId="{00000000-0000-0000-0000-000000000000}"/>
          </ac:spMkLst>
        </pc:spChg>
      </pc:sldChg>
      <pc:sldChg chg="addSp delSp modSp add del mod delAnim modAnim">
        <pc:chgData name="Kurayami Kurayami" userId="cf86d4f74176d0bb" providerId="LiveId" clId="{309626A2-5555-8241-8C7E-D618B5B4BA85}" dt="2021-09-14T10:32:29.436" v="657"/>
        <pc:sldMkLst>
          <pc:docMk/>
          <pc:sldMk cId="606954076" sldId="306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606954076" sldId="306"/>
            <ac:spMk id="2" creationId="{2A852822-2BB9-EB48-B510-A28B4C85D7D0}"/>
          </ac:spMkLst>
        </pc:spChg>
        <pc:spChg chg="add del mod">
          <ac:chgData name="Kurayami Kurayami" userId="cf86d4f74176d0bb" providerId="LiveId" clId="{309626A2-5555-8241-8C7E-D618B5B4BA85}" dt="2021-09-13T15:45:17.803" v="544"/>
          <ac:spMkLst>
            <pc:docMk/>
            <pc:sldMk cId="606954076" sldId="306"/>
            <ac:spMk id="2" creationId="{F28CF549-A89A-7044-B169-43C696483C50}"/>
          </ac:spMkLst>
        </pc:spChg>
        <pc:spChg chg="mod">
          <ac:chgData name="Kurayami Kurayami" userId="cf86d4f74176d0bb" providerId="LiveId" clId="{309626A2-5555-8241-8C7E-D618B5B4BA85}" dt="2021-09-13T15:53:44.337" v="610" actId="1036"/>
          <ac:spMkLst>
            <pc:docMk/>
            <pc:sldMk cId="606954076" sldId="306"/>
            <ac:spMk id="3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50:53.992" v="572" actId="1076"/>
          <ac:spMkLst>
            <pc:docMk/>
            <pc:sldMk cId="606954076" sldId="306"/>
            <ac:spMk id="5" creationId="{00000000-0000-0000-0000-000000000000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606954076" sldId="306"/>
            <ac:spMk id="6" creationId="{54D83AA7-5C77-7D4B-AFE5-AE23DD086FD9}"/>
          </ac:spMkLst>
        </pc:spChg>
        <pc:spChg chg="mod">
          <ac:chgData name="Kurayami Kurayami" userId="cf86d4f74176d0bb" providerId="LiveId" clId="{309626A2-5555-8241-8C7E-D618B5B4BA85}" dt="2021-09-13T15:53:44.337" v="610" actId="1036"/>
          <ac:spMkLst>
            <pc:docMk/>
            <pc:sldMk cId="606954076" sldId="306"/>
            <ac:spMk id="7" creationId="{00000000-0000-0000-0000-000000000000}"/>
          </ac:spMkLst>
        </pc:spChg>
        <pc:spChg chg="mod">
          <ac:chgData name="Kurayami Kurayami" userId="cf86d4f74176d0bb" providerId="LiveId" clId="{309626A2-5555-8241-8C7E-D618B5B4BA85}" dt="2021-09-13T15:51:06.308" v="574" actId="1076"/>
          <ac:spMkLst>
            <pc:docMk/>
            <pc:sldMk cId="606954076" sldId="306"/>
            <ac:spMk id="8" creationId="{B8F1EBED-94A3-D344-B30E-C3288B292822}"/>
          </ac:spMkLst>
        </pc:spChg>
        <pc:spChg chg="add mod">
          <ac:chgData name="Kurayami Kurayami" userId="cf86d4f74176d0bb" providerId="LiveId" clId="{309626A2-5555-8241-8C7E-D618B5B4BA85}" dt="2021-09-13T15:44:56.059" v="540" actId="571"/>
          <ac:spMkLst>
            <pc:docMk/>
            <pc:sldMk cId="606954076" sldId="306"/>
            <ac:spMk id="10" creationId="{32DD5E82-0AF6-DC42-8204-D9E5762AC36E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606954076" sldId="306"/>
            <ac:spMk id="10" creationId="{FF3003CC-0FA2-1446-964C-35BEE830B6EB}"/>
          </ac:spMkLst>
        </pc:spChg>
        <pc:spChg chg="add mod">
          <ac:chgData name="Kurayami Kurayami" userId="cf86d4f74176d0bb" providerId="LiveId" clId="{309626A2-5555-8241-8C7E-D618B5B4BA85}" dt="2021-09-13T17:09:29.745" v="621" actId="1076"/>
          <ac:spMkLst>
            <pc:docMk/>
            <pc:sldMk cId="606954076" sldId="306"/>
            <ac:spMk id="12" creationId="{E1AC5531-7AA9-7A4D-AF6A-EC48A4CAA429}"/>
          </ac:spMkLst>
        </pc:spChg>
        <pc:spChg chg="add mod">
          <ac:chgData name="Kurayami Kurayami" userId="cf86d4f74176d0bb" providerId="LiveId" clId="{309626A2-5555-8241-8C7E-D618B5B4BA85}" dt="2021-09-13T17:09:35.529" v="622" actId="1076"/>
          <ac:spMkLst>
            <pc:docMk/>
            <pc:sldMk cId="606954076" sldId="306"/>
            <ac:spMk id="13" creationId="{CFD23638-BCD0-D841-AC35-5E85770166F9}"/>
          </ac:spMkLst>
        </pc:spChg>
        <pc:spChg chg="add del mod">
          <ac:chgData name="Kurayami Kurayami" userId="cf86d4f74176d0bb" providerId="LiveId" clId="{309626A2-5555-8241-8C7E-D618B5B4BA85}" dt="2021-09-13T15:50:41.643" v="569" actId="478"/>
          <ac:spMkLst>
            <pc:docMk/>
            <pc:sldMk cId="606954076" sldId="306"/>
            <ac:spMk id="14" creationId="{A43A019A-8F6B-C74F-9CDF-6DD9B6B860D4}"/>
          </ac:spMkLst>
        </pc:spChg>
        <pc:spChg chg="add del mod">
          <ac:chgData name="Kurayami Kurayami" userId="cf86d4f74176d0bb" providerId="LiveId" clId="{309626A2-5555-8241-8C7E-D618B5B4BA85}" dt="2021-09-13T15:50:47.910" v="571" actId="478"/>
          <ac:spMkLst>
            <pc:docMk/>
            <pc:sldMk cId="606954076" sldId="306"/>
            <ac:spMk id="15" creationId="{57B0B126-44AD-134A-A5F8-3FBA64E05946}"/>
          </ac:spMkLst>
        </pc:spChg>
        <pc:picChg chg="add mod">
          <ac:chgData name="Kurayami Kurayami" userId="cf86d4f74176d0bb" providerId="LiveId" clId="{309626A2-5555-8241-8C7E-D618B5B4BA85}" dt="2021-09-13T17:09:06.532" v="620" actId="1076"/>
          <ac:picMkLst>
            <pc:docMk/>
            <pc:sldMk cId="606954076" sldId="306"/>
            <ac:picMk id="1026" creationId="{3966BE10-91A6-8D4D-BFB3-BE7E8FE8694E}"/>
          </ac:picMkLst>
        </pc:picChg>
        <pc:picChg chg="del">
          <ac:chgData name="Kurayami Kurayami" userId="cf86d4f74176d0bb" providerId="LiveId" clId="{309626A2-5555-8241-8C7E-D618B5B4BA85}" dt="2021-09-13T15:42:32.036" v="489" actId="478"/>
          <ac:picMkLst>
            <pc:docMk/>
            <pc:sldMk cId="606954076" sldId="306"/>
            <ac:picMk id="1026" creationId="{43FD49C1-EABE-C04B-BB0E-EDB7358D9895}"/>
          </ac:picMkLst>
        </pc:picChg>
        <pc:picChg chg="del">
          <ac:chgData name="Kurayami Kurayami" userId="cf86d4f74176d0bb" providerId="LiveId" clId="{309626A2-5555-8241-8C7E-D618B5B4BA85}" dt="2021-09-13T15:42:32.036" v="489" actId="478"/>
          <ac:picMkLst>
            <pc:docMk/>
            <pc:sldMk cId="606954076" sldId="306"/>
            <ac:picMk id="1030" creationId="{84E0109E-5FBA-E143-A39D-9D820408DE43}"/>
          </ac:picMkLst>
        </pc:picChg>
        <pc:picChg chg="add mod">
          <ac:chgData name="Kurayami Kurayami" userId="cf86d4f74176d0bb" providerId="LiveId" clId="{309626A2-5555-8241-8C7E-D618B5B4BA85}" dt="2021-09-13T15:53:27.684" v="591" actId="14100"/>
          <ac:picMkLst>
            <pc:docMk/>
            <pc:sldMk cId="606954076" sldId="306"/>
            <ac:picMk id="2050" creationId="{A45C89D4-8FEE-C247-9FBD-85729939E4D2}"/>
          </ac:picMkLst>
        </pc:picChg>
        <pc:picChg chg="add mod">
          <ac:chgData name="Kurayami Kurayami" userId="cf86d4f74176d0bb" providerId="LiveId" clId="{309626A2-5555-8241-8C7E-D618B5B4BA85}" dt="2021-09-13T15:54:04.010" v="616" actId="1076"/>
          <ac:picMkLst>
            <pc:docMk/>
            <pc:sldMk cId="606954076" sldId="306"/>
            <ac:picMk id="2052" creationId="{773AF84D-8BC3-7745-B7EB-42A90196663D}"/>
          </ac:picMkLst>
        </pc:picChg>
      </pc:sldChg>
      <pc:sldChg chg="del">
        <pc:chgData name="Kurayami Kurayami" userId="cf86d4f74176d0bb" providerId="LiveId" clId="{309626A2-5555-8241-8C7E-D618B5B4BA85}" dt="2021-09-13T15:38:35.066" v="403" actId="2696"/>
        <pc:sldMkLst>
          <pc:docMk/>
          <pc:sldMk cId="1776792468" sldId="307"/>
        </pc:sldMkLst>
      </pc:sldChg>
      <pc:sldChg chg="del">
        <pc:chgData name="Kurayami Kurayami" userId="cf86d4f74176d0bb" providerId="LiveId" clId="{309626A2-5555-8241-8C7E-D618B5B4BA85}" dt="2021-09-13T15:38:35.066" v="403" actId="2696"/>
        <pc:sldMkLst>
          <pc:docMk/>
          <pc:sldMk cId="1617838841" sldId="308"/>
        </pc:sldMkLst>
      </pc:sldChg>
      <pc:sldChg chg="addSp delSp modSp modAnim">
        <pc:chgData name="Kurayami Kurayami" userId="cf86d4f74176d0bb" providerId="LiveId" clId="{309626A2-5555-8241-8C7E-D618B5B4BA85}" dt="2021-09-14T10:37:46.604" v="721"/>
        <pc:sldMkLst>
          <pc:docMk/>
          <pc:sldMk cId="446688818" sldId="309"/>
        </pc:sldMkLst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446688818" sldId="309"/>
            <ac:spMk id="3" creationId="{EA03A7C8-E876-4B4A-9502-77066B5EDC3B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446688818" sldId="309"/>
            <ac:spMk id="5" creationId="{B53F5109-862B-D344-A3F7-10045D57F5FD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446688818" sldId="309"/>
            <ac:spMk id="7" creationId="{C527D728-03BF-C040-8A3C-5F15AC1C70A7}"/>
          </ac:spMkLst>
        </pc:spChg>
      </pc:sldChg>
      <pc:sldChg chg="addSp delSp modSp add mod modAnim">
        <pc:chgData name="Kurayami Kurayami" userId="cf86d4f74176d0bb" providerId="LiveId" clId="{309626A2-5555-8241-8C7E-D618B5B4BA85}" dt="2021-09-14T10:32:29.436" v="657"/>
        <pc:sldMkLst>
          <pc:docMk/>
          <pc:sldMk cId="506485607" sldId="310"/>
        </pc:sldMkLst>
        <pc:spChg chg="mod">
          <ac:chgData name="Kurayami Kurayami" userId="cf86d4f74176d0bb" providerId="LiveId" clId="{309626A2-5555-8241-8C7E-D618B5B4BA85}" dt="2021-09-13T15:40:16.745" v="434" actId="20577"/>
          <ac:spMkLst>
            <pc:docMk/>
            <pc:sldMk cId="506485607" sldId="310"/>
            <ac:spMk id="2" creationId="{DF418938-FFDC-BC44-B7DC-5B94F310E366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506485607" sldId="310"/>
            <ac:spMk id="3" creationId="{A45FBFB0-A04B-C94C-BF38-30ABEEAB2D17}"/>
          </ac:spMkLst>
        </pc:spChg>
        <pc:spChg chg="mod">
          <ac:chgData name="Kurayami Kurayami" userId="cf86d4f74176d0bb" providerId="LiveId" clId="{309626A2-5555-8241-8C7E-D618B5B4BA85}" dt="2021-09-13T15:41:08.337" v="452" actId="1076"/>
          <ac:spMkLst>
            <pc:docMk/>
            <pc:sldMk cId="506485607" sldId="310"/>
            <ac:spMk id="4" creationId="{FECC0A0A-2940-9049-80AE-5B104112E43E}"/>
          </ac:spMkLst>
        </pc:spChg>
        <pc:spChg chg="mod">
          <ac:chgData name="Kurayami Kurayami" userId="cf86d4f74176d0bb" providerId="LiveId" clId="{309626A2-5555-8241-8C7E-D618B5B4BA85}" dt="2021-09-13T15:41:08.337" v="452" actId="1076"/>
          <ac:spMkLst>
            <pc:docMk/>
            <pc:sldMk cId="506485607" sldId="310"/>
            <ac:spMk id="5" creationId="{913554D0-2C49-A747-996C-43D9A7C24F96}"/>
          </ac:spMkLst>
        </pc:spChg>
        <pc:spChg chg="mod">
          <ac:chgData name="Kurayami Kurayami" userId="cf86d4f74176d0bb" providerId="LiveId" clId="{309626A2-5555-8241-8C7E-D618B5B4BA85}" dt="2021-09-13T15:41:08.337" v="452" actId="1076"/>
          <ac:spMkLst>
            <pc:docMk/>
            <pc:sldMk cId="506485607" sldId="310"/>
            <ac:spMk id="6" creationId="{F88436DE-45F0-2841-83D2-43349CBB93EE}"/>
          </ac:spMkLst>
        </pc:spChg>
        <pc:spChg chg="mod">
          <ac:chgData name="Kurayami Kurayami" userId="cf86d4f74176d0bb" providerId="LiveId" clId="{309626A2-5555-8241-8C7E-D618B5B4BA85}" dt="2021-09-13T15:41:08.337" v="452" actId="1076"/>
          <ac:spMkLst>
            <pc:docMk/>
            <pc:sldMk cId="506485607" sldId="310"/>
            <ac:spMk id="7" creationId="{2CB59808-61F8-A247-B116-08C43683AC45}"/>
          </ac:spMkLst>
        </pc:spChg>
        <pc:spChg chg="add mod">
          <ac:chgData name="Kurayami Kurayami" userId="cf86d4f74176d0bb" providerId="LiveId" clId="{309626A2-5555-8241-8C7E-D618B5B4BA85}" dt="2021-09-13T15:41:52.750" v="476" actId="20577"/>
          <ac:spMkLst>
            <pc:docMk/>
            <pc:sldMk cId="506485607" sldId="310"/>
            <ac:spMk id="8" creationId="{68A3FDF8-935E-0146-BFB4-050BA97D1E2B}"/>
          </ac:spMkLst>
        </pc:spChg>
        <pc:spChg chg="add mod">
          <ac:chgData name="Kurayami Kurayami" userId="cf86d4f74176d0bb" providerId="LiveId" clId="{309626A2-5555-8241-8C7E-D618B5B4BA85}" dt="2021-09-13T15:41:59.115" v="487" actId="20577"/>
          <ac:spMkLst>
            <pc:docMk/>
            <pc:sldMk cId="506485607" sldId="310"/>
            <ac:spMk id="9" creationId="{914DB57D-99F5-3B44-8E95-0CAB9543E977}"/>
          </ac:spMkLst>
        </pc:spChg>
        <pc:spChg chg="add mod">
          <ac:chgData name="Kurayami Kurayami" userId="cf86d4f74176d0bb" providerId="LiveId" clId="{309626A2-5555-8241-8C7E-D618B5B4BA85}" dt="2021-09-13T17:41:32.775" v="645"/>
          <ac:spMkLst>
            <pc:docMk/>
            <pc:sldMk cId="506485607" sldId="310"/>
            <ac:spMk id="10" creationId="{1784C245-D115-4145-811B-0602C9160FA8}"/>
          </ac:spMkLst>
        </pc:spChg>
        <pc:spChg chg="add del mod">
          <ac:chgData name="Kurayami Kurayami" userId="cf86d4f74176d0bb" providerId="LiveId" clId="{309626A2-5555-8241-8C7E-D618B5B4BA85}" dt="2021-09-14T10:32:29.436" v="657"/>
          <ac:spMkLst>
            <pc:docMk/>
            <pc:sldMk cId="506485607" sldId="310"/>
            <ac:spMk id="11" creationId="{F86CAD66-9A7A-1A41-9947-D53FCEA98A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E1ECB5-9450-48C1-BC8B-02C838CDE6B9}" type="datetimeFigureOut">
              <a:rPr lang="en-US"/>
              <a:t>12/7/21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F2BE9C-E2E4-43F3-8D67-E9DB812BB9B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579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E0964-1A1C-492A-8ABB-97C526CFCDFB}" type="datetimeFigureOut">
              <a:rPr lang="en-US"/>
              <a:t>12/7/21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6ED93-11B9-488C-8E71-3FBEB8F36D4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463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77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63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44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95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415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99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69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499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20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87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1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59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06ED93-11B9-488C-8E71-3FBEB8F36D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1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BB86D-70C6-904C-BB93-D9B972B49C37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3DE3F47B-3764-F344-A9B8-0F4A8D617165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0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54E31-DA0D-AE45-A0D3-440277D76358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15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482CD-3C0D-344D-B9DF-C192738768A4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87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4E570-BD06-6147-AE47-26E55A9A3430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969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8AA11-5242-5E47-995C-0F7D56FC6AC5}" type="datetime1">
              <a:rPr lang="en-US" smtClean="0"/>
              <a:t>12/7/21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3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09BA-73DC-0C44-AB51-53E4E2C107D5}" type="datetime1">
              <a:rPr lang="en-US" smtClean="0"/>
              <a:t>12/7/21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9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44AA-652B-7540-8B28-A7B20963F183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365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AB888-651B-8249-BDDA-6D9EB28A4FD1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36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6E2B1-995A-0D40-84C8-F40BC3B1CB00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95002-AD03-A647-BE3F-815E1E1BBC1D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037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6EB10-5FF3-F44C-B27C-B5AC3FE9BBDA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27BEA-0E01-4643-B2DE-F82012A02F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D75B1792-88D0-274A-8036-2ADC85F668A4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Anhnn59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27BEA-0E01-4643-B2DE-F82012A02F2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789423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3" Type="http://schemas.openxmlformats.org/officeDocument/2006/relationships/slide" Target="slide3.xml"/><Relationship Id="rId7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5" Type="http://schemas.openxmlformats.org/officeDocument/2006/relationships/slide" Target="slide5.xml"/><Relationship Id="rId10" Type="http://schemas.openxmlformats.org/officeDocument/2006/relationships/slide" Target="slide10.xml"/><Relationship Id="rId4" Type="http://schemas.openxmlformats.org/officeDocument/2006/relationships/slide" Target="slide9.xml"/><Relationship Id="rId9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/>
          <p:cNvSpPr/>
          <p:nvPr/>
        </p:nvSpPr>
        <p:spPr>
          <a:xfrm>
            <a:off x="3874257" y="2031274"/>
            <a:ext cx="5682343" cy="279545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99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900604" y="1727461"/>
            <a:ext cx="2604614" cy="6076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Rounded MT Bold" panose="020F0704030504030204" pitchFamily="34" charset="0"/>
              </a:rPr>
              <a:t>JPD</a:t>
            </a:r>
            <a:r>
              <a:rPr lang="vi-VN" altLang="ja-JP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ial Rounded MT Bold" panose="020F0704030504030204" pitchFamily="34" charset="0"/>
              </a:rPr>
              <a:t>226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5" name="Rounded Rectangle 23">
            <a:extLst>
              <a:ext uri="{FF2B5EF4-FFF2-40B4-BE49-F238E27FC236}">
                <a16:creationId xmlns:a16="http://schemas.microsoft.com/office/drawing/2014/main" id="{E6C931A8-4630-4CDD-8EEE-60A9A2F97733}"/>
              </a:ext>
            </a:extLst>
          </p:cNvPr>
          <p:cNvSpPr/>
          <p:nvPr/>
        </p:nvSpPr>
        <p:spPr>
          <a:xfrm>
            <a:off x="5350283" y="5439750"/>
            <a:ext cx="2918523" cy="60762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Rounded MT Bold" panose="020F0704030504030204" pitchFamily="34" charset="0"/>
              </a:rPr>
              <a:t>LESSON 9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C79B84-7893-9649-BCF6-5A0C49DEDB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295" y="137340"/>
            <a:ext cx="5551925" cy="6707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56FA900-F62F-8645-96AB-F054B1A2E240}"/>
              </a:ext>
            </a:extLst>
          </p:cNvPr>
          <p:cNvSpPr txBox="1"/>
          <p:nvPr/>
        </p:nvSpPr>
        <p:spPr>
          <a:xfrm>
            <a:off x="9422130" y="6181847"/>
            <a:ext cx="18229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92D050"/>
                </a:solidFill>
                <a:latin typeface="Cavolini" panose="020B0604020202020204" pitchFamily="34" charset="0"/>
                <a:ea typeface="Apple Color Emoji" pitchFamily="2" charset="0"/>
                <a:cs typeface="Cavolini" panose="020B0604020202020204" pitchFamily="34" charset="0"/>
              </a:rPr>
              <a:t>ANHNN59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A6DD5-6ACE-E946-A4CA-64172FC83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70E58-3606-484D-B365-A3FC72207BA2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4AFD86-757E-334D-B233-B59376E1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68852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2419395" y="1729363"/>
            <a:ext cx="1255088" cy="1008951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手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8" name="Rounded Rectangle 7">
            <a:hlinkClick r:id="rId4" action="ppaction://hlinksldjump"/>
          </p:cNvPr>
          <p:cNvSpPr/>
          <p:nvPr/>
        </p:nvSpPr>
        <p:spPr>
          <a:xfrm>
            <a:off x="4225222" y="4741148"/>
            <a:ext cx="1266447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村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8">
            <a:hlinkClick r:id="rId5" action="ppaction://hlinksldjump"/>
          </p:cNvPr>
          <p:cNvSpPr/>
          <p:nvPr/>
        </p:nvSpPr>
        <p:spPr>
          <a:xfrm>
            <a:off x="4247197" y="1710400"/>
            <a:ext cx="1294013" cy="100895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元</a:t>
            </a:r>
            <a:endParaRPr lang="en-US" altLang="ja-JP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139312" y="1792416"/>
            <a:ext cx="1332071" cy="95400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作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1" name="Rounded Rectangle 10">
            <a:hlinkClick r:id="rId5" action="ppaction://hlinksldjump"/>
          </p:cNvPr>
          <p:cNvSpPr/>
          <p:nvPr/>
        </p:nvSpPr>
        <p:spPr>
          <a:xfrm>
            <a:off x="7978453" y="1784766"/>
            <a:ext cx="1294013" cy="93458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返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908975" y="1782280"/>
            <a:ext cx="1294013" cy="934584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者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7" name="Rounded Rectangle 16">
            <a:hlinkClick r:id="rId3" action="ppaction://hlinksldjump"/>
          </p:cNvPr>
          <p:cNvSpPr/>
          <p:nvPr/>
        </p:nvSpPr>
        <p:spPr>
          <a:xfrm>
            <a:off x="508025" y="1720479"/>
            <a:ext cx="1179565" cy="101783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足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8" name="Rounded Rectangle 17">
            <a:hlinkClick r:id="rId7" action="ppaction://hlinksldjump"/>
          </p:cNvPr>
          <p:cNvSpPr/>
          <p:nvPr/>
        </p:nvSpPr>
        <p:spPr>
          <a:xfrm>
            <a:off x="508025" y="4748523"/>
            <a:ext cx="1321434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林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9" name="Rounded Rectangle 18">
            <a:hlinkClick r:id="rId8" action="ppaction://hlinksldjump"/>
          </p:cNvPr>
          <p:cNvSpPr/>
          <p:nvPr/>
        </p:nvSpPr>
        <p:spPr>
          <a:xfrm>
            <a:off x="2401861" y="4772381"/>
            <a:ext cx="1321435" cy="1025330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森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0" name="Rounded Rectangle 19">
            <a:hlinkClick r:id="rId9" action="ppaction://hlinksldjump"/>
          </p:cNvPr>
          <p:cNvSpPr/>
          <p:nvPr/>
        </p:nvSpPr>
        <p:spPr>
          <a:xfrm>
            <a:off x="10018624" y="4672540"/>
            <a:ext cx="1371260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様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1" name="Rounded Rectangle 20">
            <a:hlinkClick r:id="rId10" action="ppaction://hlinksldjump"/>
          </p:cNvPr>
          <p:cNvSpPr/>
          <p:nvPr/>
        </p:nvSpPr>
        <p:spPr>
          <a:xfrm>
            <a:off x="6135528" y="4711194"/>
            <a:ext cx="1306682" cy="1123846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山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2" name="Rounded Rectangle 21">
            <a:hlinkClick r:id="rId11" action="ppaction://hlinksldjump"/>
          </p:cNvPr>
          <p:cNvSpPr/>
          <p:nvPr/>
        </p:nvSpPr>
        <p:spPr>
          <a:xfrm>
            <a:off x="7993188" y="4672540"/>
            <a:ext cx="1371260" cy="1086517"/>
          </a:xfrm>
          <a:prstGeom prst="roundRect">
            <a:avLst/>
          </a:prstGeom>
          <a:ln>
            <a:solidFill>
              <a:schemeClr val="bg1"/>
            </a:solidFill>
          </a:ln>
          <a:scene3d>
            <a:camera prst="orthographicFront"/>
            <a:lightRig rig="flat" dir="t"/>
          </a:scene3d>
          <a:sp3d extrusionH="6350" prstMaterial="softEdge">
            <a:bevelT w="139700" prst="cross"/>
            <a:bevelB w="101600" prst="riblet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lIns="0" tIns="0" rIns="0" bIns="91440" rtlCol="0" anchor="ctr"/>
          <a:lstStyle/>
          <a:p>
            <a:pPr algn="ctr"/>
            <a:r>
              <a:rPr lang="ja-JP" alt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川</a:t>
            </a:r>
            <a:endParaRPr lang="en-US" sz="5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38C03-C10C-4113-BB9F-46FC6EC253A8}"/>
              </a:ext>
            </a:extLst>
          </p:cNvPr>
          <p:cNvSpPr txBox="1"/>
          <p:nvPr/>
        </p:nvSpPr>
        <p:spPr>
          <a:xfrm>
            <a:off x="667492" y="1122649"/>
            <a:ext cx="828338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①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E391CB-E4DF-40BE-B0EB-485B4CB3A7F3}"/>
              </a:ext>
            </a:extLst>
          </p:cNvPr>
          <p:cNvSpPr txBox="1"/>
          <p:nvPr/>
        </p:nvSpPr>
        <p:spPr>
          <a:xfrm>
            <a:off x="2607707" y="1130442"/>
            <a:ext cx="796251" cy="587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②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5FCB7-4E4E-4142-8395-0B9DD0F8FDE6}"/>
              </a:ext>
            </a:extLst>
          </p:cNvPr>
          <p:cNvSpPr txBox="1"/>
          <p:nvPr/>
        </p:nvSpPr>
        <p:spPr>
          <a:xfrm>
            <a:off x="4475133" y="1111244"/>
            <a:ext cx="796251" cy="587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③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4E5BA0-1C66-48BA-A8EA-A0ECB33DE74A}"/>
              </a:ext>
            </a:extLst>
          </p:cNvPr>
          <p:cNvSpPr txBox="1"/>
          <p:nvPr/>
        </p:nvSpPr>
        <p:spPr>
          <a:xfrm>
            <a:off x="6394528" y="1194529"/>
            <a:ext cx="796251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④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D47E3-F25E-42A2-AADC-5C1592165D0C}"/>
              </a:ext>
            </a:extLst>
          </p:cNvPr>
          <p:cNvSpPr txBox="1"/>
          <p:nvPr/>
        </p:nvSpPr>
        <p:spPr>
          <a:xfrm>
            <a:off x="8106008" y="1194529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⑤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4440FD-4ED4-4EB4-AC33-CE156A9B4969}"/>
              </a:ext>
            </a:extLst>
          </p:cNvPr>
          <p:cNvSpPr txBox="1"/>
          <p:nvPr/>
        </p:nvSpPr>
        <p:spPr>
          <a:xfrm>
            <a:off x="10130209" y="1194528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⑥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BE4D55-F6CE-4E64-B3D9-29E7BAB9371C}"/>
              </a:ext>
            </a:extLst>
          </p:cNvPr>
          <p:cNvSpPr txBox="1"/>
          <p:nvPr/>
        </p:nvSpPr>
        <p:spPr>
          <a:xfrm>
            <a:off x="682902" y="4157236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⑦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3753E6-D909-40AD-8424-3F770EC72BCF}"/>
              </a:ext>
            </a:extLst>
          </p:cNvPr>
          <p:cNvSpPr txBox="1"/>
          <p:nvPr/>
        </p:nvSpPr>
        <p:spPr>
          <a:xfrm>
            <a:off x="2588726" y="4184630"/>
            <a:ext cx="851543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⑧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97A06A-36F3-40D5-9B0D-C0D31B90BED0}"/>
              </a:ext>
            </a:extLst>
          </p:cNvPr>
          <p:cNvSpPr txBox="1"/>
          <p:nvPr/>
        </p:nvSpPr>
        <p:spPr>
          <a:xfrm>
            <a:off x="4465603" y="4145199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⑨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08081-0266-43EE-8035-61CD90375D12}"/>
              </a:ext>
            </a:extLst>
          </p:cNvPr>
          <p:cNvSpPr txBox="1"/>
          <p:nvPr/>
        </p:nvSpPr>
        <p:spPr>
          <a:xfrm>
            <a:off x="6389876" y="4104989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⑩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A174701-6E3B-452C-9CE0-15A11E34006E}"/>
              </a:ext>
            </a:extLst>
          </p:cNvPr>
          <p:cNvSpPr txBox="1"/>
          <p:nvPr/>
        </p:nvSpPr>
        <p:spPr>
          <a:xfrm>
            <a:off x="8281507" y="4103786"/>
            <a:ext cx="84404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⑪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8C552-3EE7-4B19-857F-8094B497E429}"/>
              </a:ext>
            </a:extLst>
          </p:cNvPr>
          <p:cNvSpPr txBox="1"/>
          <p:nvPr/>
        </p:nvSpPr>
        <p:spPr>
          <a:xfrm>
            <a:off x="10141076" y="4084789"/>
            <a:ext cx="1002265" cy="5877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>
                <a:solidFill>
                  <a:schemeClr val="accent3">
                    <a:lumMod val="50000"/>
                  </a:schemeClr>
                </a:solidFill>
              </a:rPr>
              <a:t>⑫</a:t>
            </a:r>
            <a:endParaRPr lang="en-US" sz="32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D6D95-DB57-D140-9832-AE667BBC8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B916-FD3E-D941-B834-31FEAF2C561A}" type="datetime1">
              <a:rPr lang="en-US" smtClean="0"/>
              <a:t>12/7/21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0B1B3F-C5D3-5042-862E-39805759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53364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00860" y="297238"/>
            <a:ext cx="960963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solidFill>
                  <a:srgbClr val="92D050"/>
                </a:solidFill>
              </a:rPr>
              <a:t>1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遠足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11303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えんそく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008B-D1F1-EB41-AB6F-6A4E7BAD153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FCA5F4-FAEE-344A-B391-C5BBFE757A5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99AFA-D302-3849-9C2D-F8B8AC87CE4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足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0BD54-984D-F94D-9EC2-A5F2F7F84143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C000"/>
                </a:solidFill>
              </a:rPr>
              <a:t>TÚC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DEF7B1C-D9A9-EE42-BB0F-E6D3883A7141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ソク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CA8084-B57F-A94B-A124-48FDC3D9B882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3600"/>
              <a:t>あし</a:t>
            </a:r>
            <a:endParaRPr lang="vi-VN" altLang="ja-JP" sz="3600" dirty="0"/>
          </a:p>
          <a:p>
            <a:pPr algn="ctr"/>
            <a:r>
              <a:rPr lang="ja-JP" altLang="en-US" sz="3600"/>
              <a:t>た・りる／た・す</a:t>
            </a:r>
            <a:endParaRPr lang="en-US" sz="3600" dirty="0"/>
          </a:p>
        </p:txBody>
      </p:sp>
      <p:pic>
        <p:nvPicPr>
          <p:cNvPr id="1026" name="Picture 2" descr="「足」の書き順・筆順">
            <a:extLst>
              <a:ext uri="{FF2B5EF4-FFF2-40B4-BE49-F238E27FC236}">
                <a16:creationId xmlns:a16="http://schemas.microsoft.com/office/drawing/2014/main" id="{C672B126-0F84-46C3-ADF4-577AB17B58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3894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886B89D3-3360-4B7E-B0D7-C81E8D8E8574}"/>
              </a:ext>
            </a:extLst>
          </p:cNvPr>
          <p:cNvSpPr/>
          <p:nvPr/>
        </p:nvSpPr>
        <p:spPr>
          <a:xfrm>
            <a:off x="1409252" y="3823536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足音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61B90F61-6055-49E3-A149-D5EE8D90DF70}"/>
              </a:ext>
            </a:extLst>
          </p:cNvPr>
          <p:cNvSpPr/>
          <p:nvPr/>
        </p:nvSpPr>
        <p:spPr>
          <a:xfrm>
            <a:off x="5113036" y="3823536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あしおと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0ED554-A48A-4DB3-9B33-953534B31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70596">
            <a:off x="8240387" y="3785805"/>
            <a:ext cx="3900662" cy="1658395"/>
          </a:xfrm>
          <a:prstGeom prst="rect">
            <a:avLst/>
          </a:prstGeom>
        </p:spPr>
      </p:pic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923F4E9E-8CE6-46FF-9CE9-5E6ADF3BEC56}"/>
              </a:ext>
            </a:extLst>
          </p:cNvPr>
          <p:cNvSpPr/>
          <p:nvPr/>
        </p:nvSpPr>
        <p:spPr>
          <a:xfrm>
            <a:off x="1409252" y="4757231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～足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1" name="Rounded Rectangle 26">
            <a:extLst>
              <a:ext uri="{FF2B5EF4-FFF2-40B4-BE49-F238E27FC236}">
                <a16:creationId xmlns:a16="http://schemas.microsoft.com/office/drawing/2014/main" id="{A4D708CD-0566-44C8-BE53-EFCEE07E9974}"/>
              </a:ext>
            </a:extLst>
          </p:cNvPr>
          <p:cNvSpPr/>
          <p:nvPr/>
        </p:nvSpPr>
        <p:spPr>
          <a:xfrm>
            <a:off x="5113036" y="4757231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～そく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1554D-9324-D147-A361-E37643DF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6D172-AA62-0D46-A21B-ABCE323271C9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DF763-B6C5-CA48-B1A6-DBE9C4844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66130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0" grpId="0" animBg="1"/>
      <p:bldP spid="22" grpId="0" animBg="1"/>
      <p:bldP spid="23" grpId="0" animBg="1"/>
      <p:bldP spid="21" grpId="0" animBg="1"/>
      <p:bldP spid="24" grpId="0" animBg="1"/>
      <p:bldP spid="30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2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歌手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438550" y="2882567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かしゅ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56E008B-D1F1-EB41-AB6F-6A4E7BAD153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2FCA5F4-FAEE-344A-B391-C5BBFE757A5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9899AFA-D302-3849-9C2D-F8B8AC87CE4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手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8FE0BD54-984D-F94D-9EC2-A5F2F7F84143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THỦ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DEF7B1C-D9A9-EE42-BB0F-E6D3883A7141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シュ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CA8084-B57F-A94B-A124-48FDC3D9B882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て</a:t>
            </a:r>
            <a:endParaRPr lang="en-US" sz="4000" dirty="0"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15DBADE0-C526-4F7A-B768-ADBB59EB827C}"/>
              </a:ext>
            </a:extLst>
          </p:cNvPr>
          <p:cNvSpPr/>
          <p:nvPr/>
        </p:nvSpPr>
        <p:spPr>
          <a:xfrm>
            <a:off x="1409078" y="3855620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運転手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30292586-B387-4192-8696-AC4241D499CD}"/>
              </a:ext>
            </a:extLst>
          </p:cNvPr>
          <p:cNvSpPr/>
          <p:nvPr/>
        </p:nvSpPr>
        <p:spPr>
          <a:xfrm>
            <a:off x="4438550" y="3855619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うんてんしゅ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2" name="Picture 2" descr="「手」の書き順・筆順">
            <a:extLst>
              <a:ext uri="{FF2B5EF4-FFF2-40B4-BE49-F238E27FC236}">
                <a16:creationId xmlns:a16="http://schemas.microsoft.com/office/drawing/2014/main" id="{EE77E587-D056-4280-A837-40C706292DE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5F7583-4D13-4CDC-BB26-42211D8CB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72177">
            <a:off x="7660336" y="3801135"/>
            <a:ext cx="4419983" cy="2048434"/>
          </a:xfrm>
          <a:prstGeom prst="rect">
            <a:avLst/>
          </a:prstGeom>
        </p:spPr>
      </p:pic>
      <p:sp>
        <p:nvSpPr>
          <p:cNvPr id="24" name="Rounded Rectangle 8">
            <a:extLst>
              <a:ext uri="{FF2B5EF4-FFF2-40B4-BE49-F238E27FC236}">
                <a16:creationId xmlns:a16="http://schemas.microsoft.com/office/drawing/2014/main" id="{96CB1340-0A06-4E44-8C17-2401DA494750}"/>
              </a:ext>
            </a:extLst>
          </p:cNvPr>
          <p:cNvSpPr/>
          <p:nvPr/>
        </p:nvSpPr>
        <p:spPr>
          <a:xfrm>
            <a:off x="1409078" y="482535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手伝う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5" name="Rounded Rectangle 26">
            <a:extLst>
              <a:ext uri="{FF2B5EF4-FFF2-40B4-BE49-F238E27FC236}">
                <a16:creationId xmlns:a16="http://schemas.microsoft.com/office/drawing/2014/main" id="{345EC6E4-D44B-412D-8530-1A0BAD327D5F}"/>
              </a:ext>
            </a:extLst>
          </p:cNvPr>
          <p:cNvSpPr/>
          <p:nvPr/>
        </p:nvSpPr>
        <p:spPr>
          <a:xfrm>
            <a:off x="4438550" y="4825352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てつだう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17038BCD-AE14-4D38-85E7-604B54AC2332}"/>
              </a:ext>
            </a:extLst>
          </p:cNvPr>
          <p:cNvSpPr/>
          <p:nvPr/>
        </p:nvSpPr>
        <p:spPr>
          <a:xfrm>
            <a:off x="1409078" y="5795086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切手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6">
            <a:extLst>
              <a:ext uri="{FF2B5EF4-FFF2-40B4-BE49-F238E27FC236}">
                <a16:creationId xmlns:a16="http://schemas.microsoft.com/office/drawing/2014/main" id="{7F660332-4107-42F9-AE3C-613A01B5563A}"/>
              </a:ext>
            </a:extLst>
          </p:cNvPr>
          <p:cNvSpPr/>
          <p:nvPr/>
        </p:nvSpPr>
        <p:spPr>
          <a:xfrm>
            <a:off x="4438550" y="5795085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きって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3A7C8-E876-4B4A-9502-77066B5E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97511-B7CF-3C44-9722-14050417E12B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F5109-862B-D344-A3F7-10045D57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4466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0" grpId="0" animBg="1"/>
      <p:bldP spid="22" grpId="0" animBg="1"/>
      <p:bldP spid="23" grpId="0" animBg="1"/>
      <p:bldP spid="17" grpId="0" animBg="1"/>
      <p:bldP spid="18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3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386500" y="2602255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元気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797124" y="2602255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げんき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63748" y="3486930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足元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797123" y="3486930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あしもと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1A3117B-ECA9-3142-8584-438E438E846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7EC9F88-7EE4-1247-A7CD-75B2BA12B836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5145E1-3862-0C4B-9F2D-0B04D0A7DDD0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元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908DC597-EB49-A94B-860B-BE7F9B2DAA03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rgbClr val="FFC000"/>
                </a:solidFill>
              </a:rPr>
              <a:t>NGUYÊN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22F9B82-4183-FA41-916C-1D63292957B2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ゲン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605C8DF-99E9-F441-8366-2A10A55DB4B1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もと</a:t>
            </a:r>
            <a:endParaRPr lang="en-US" sz="4000" dirty="0"/>
          </a:p>
        </p:txBody>
      </p:sp>
      <p:sp>
        <p:nvSpPr>
          <p:cNvPr id="19" name="Rounded Rectangle 27">
            <a:extLst>
              <a:ext uri="{FF2B5EF4-FFF2-40B4-BE49-F238E27FC236}">
                <a16:creationId xmlns:a16="http://schemas.microsoft.com/office/drawing/2014/main" id="{ABD44B14-8BFE-46C1-850F-42358BD207CD}"/>
              </a:ext>
            </a:extLst>
          </p:cNvPr>
          <p:cNvSpPr/>
          <p:nvPr/>
        </p:nvSpPr>
        <p:spPr>
          <a:xfrm>
            <a:off x="1363748" y="4387647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地元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5" name="Rounded Rectangle 28">
            <a:extLst>
              <a:ext uri="{FF2B5EF4-FFF2-40B4-BE49-F238E27FC236}">
                <a16:creationId xmlns:a16="http://schemas.microsoft.com/office/drawing/2014/main" id="{5790F747-A509-4FAA-84AA-33B438E995E2}"/>
              </a:ext>
            </a:extLst>
          </p:cNvPr>
          <p:cNvSpPr/>
          <p:nvPr/>
        </p:nvSpPr>
        <p:spPr>
          <a:xfrm>
            <a:off x="4797122" y="4387646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じもと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3074" name="Picture 2" descr="「元」の書き順・筆順">
            <a:extLst>
              <a:ext uri="{FF2B5EF4-FFF2-40B4-BE49-F238E27FC236}">
                <a16:creationId xmlns:a16="http://schemas.microsoft.com/office/drawing/2014/main" id="{D77FA954-DC29-4EAD-BF5E-BF3BCC123D3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1026" y="129618"/>
            <a:ext cx="3260974" cy="300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07D93AB5-7D3D-4A48-B6FA-BD3FB315FDCF}"/>
              </a:ext>
            </a:extLst>
          </p:cNvPr>
          <p:cNvSpPr/>
          <p:nvPr/>
        </p:nvSpPr>
        <p:spPr>
          <a:xfrm>
            <a:off x="1363748" y="5263106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元日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6" name="Rounded Rectangle 28">
            <a:extLst>
              <a:ext uri="{FF2B5EF4-FFF2-40B4-BE49-F238E27FC236}">
                <a16:creationId xmlns:a16="http://schemas.microsoft.com/office/drawing/2014/main" id="{341142CF-3C0F-465A-A8A9-C39BCC497D1E}"/>
              </a:ext>
            </a:extLst>
          </p:cNvPr>
          <p:cNvSpPr/>
          <p:nvPr/>
        </p:nvSpPr>
        <p:spPr>
          <a:xfrm>
            <a:off x="4797122" y="5263105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がんじつ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A0F462E-7A08-4199-B378-81F46BFAD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5669" y="3771240"/>
            <a:ext cx="4206331" cy="16182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Rounded Rectangle 27">
            <a:extLst>
              <a:ext uri="{FF2B5EF4-FFF2-40B4-BE49-F238E27FC236}">
                <a16:creationId xmlns:a16="http://schemas.microsoft.com/office/drawing/2014/main" id="{6F1CD28A-F24B-484B-8618-D54B7415013A}"/>
              </a:ext>
            </a:extLst>
          </p:cNvPr>
          <p:cNvSpPr/>
          <p:nvPr/>
        </p:nvSpPr>
        <p:spPr>
          <a:xfrm>
            <a:off x="1386500" y="610504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火元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2" name="Rounded Rectangle 28">
            <a:extLst>
              <a:ext uri="{FF2B5EF4-FFF2-40B4-BE49-F238E27FC236}">
                <a16:creationId xmlns:a16="http://schemas.microsoft.com/office/drawing/2014/main" id="{1FCF88E5-64CA-984B-91F4-6FBA3DF022F5}"/>
              </a:ext>
            </a:extLst>
          </p:cNvPr>
          <p:cNvSpPr/>
          <p:nvPr/>
        </p:nvSpPr>
        <p:spPr>
          <a:xfrm>
            <a:off x="4797122" y="6110188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ひもと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633E4A-12D9-8A49-9C4B-E6204BEE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FC2F7-EC51-B14C-9193-A95EC341E521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3AB19-4A93-274B-80B3-657896FDD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71958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2" grpId="0" animBg="1"/>
      <p:bldP spid="23" grpId="0" animBg="1"/>
      <p:bldP spid="24" grpId="0" animBg="1"/>
      <p:bldP spid="19" grpId="0" animBg="1"/>
      <p:bldP spid="25" grpId="0" animBg="1"/>
      <p:bldP spid="21" grpId="0" animBg="1"/>
      <p:bldP spid="26" grpId="0" animBg="1"/>
      <p:bldP spid="30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4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623819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作品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623819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さくひん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6500" y="4254334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作家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4254334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さっか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566D07-B4A9-7045-A008-5C244A2D3B97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C1F181E-8515-B445-90CE-D09BE8833D09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680F24-4587-8748-ACD9-4AFEAC38AC5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作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54719BD8-3C5D-6F46-8B60-12D303BBCC79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b="1" dirty="0">
                <a:solidFill>
                  <a:srgbClr val="FFC000"/>
                </a:solidFill>
              </a:rPr>
              <a:t>TÁC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5EF679B3-9638-3F4A-82A6-EEBA0BB962A9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サク・サ</a:t>
            </a:r>
            <a:endParaRPr lang="en-US" sz="4000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495D59E-DF2A-B04A-8341-AB237CE1AB26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つく・る</a:t>
            </a:r>
            <a:endParaRPr lang="en-US" sz="4000" dirty="0"/>
          </a:p>
        </p:txBody>
      </p:sp>
      <p:pic>
        <p:nvPicPr>
          <p:cNvPr id="4098" name="Picture 2" descr="「作」の書き順・筆順">
            <a:extLst>
              <a:ext uri="{FF2B5EF4-FFF2-40B4-BE49-F238E27FC236}">
                <a16:creationId xmlns:a16="http://schemas.microsoft.com/office/drawing/2014/main" id="{FA8AFCEC-0AFF-47EF-9A53-942A8715EB9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ounded Rectangle 27">
            <a:extLst>
              <a:ext uri="{FF2B5EF4-FFF2-40B4-BE49-F238E27FC236}">
                <a16:creationId xmlns:a16="http://schemas.microsoft.com/office/drawing/2014/main" id="{103B9CF3-05C7-490A-8F39-DBF28F525A70}"/>
              </a:ext>
            </a:extLst>
          </p:cNvPr>
          <p:cNvSpPr/>
          <p:nvPr/>
        </p:nvSpPr>
        <p:spPr>
          <a:xfrm>
            <a:off x="1386500" y="5053595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作用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0" name="Rounded Rectangle 28">
            <a:extLst>
              <a:ext uri="{FF2B5EF4-FFF2-40B4-BE49-F238E27FC236}">
                <a16:creationId xmlns:a16="http://schemas.microsoft.com/office/drawing/2014/main" id="{92E93608-4FCA-4811-9D8D-DB329B180844}"/>
              </a:ext>
            </a:extLst>
          </p:cNvPr>
          <p:cNvSpPr/>
          <p:nvPr/>
        </p:nvSpPr>
        <p:spPr>
          <a:xfrm>
            <a:off x="4819875" y="5053595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さよう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4EB7C9DF-6303-429B-8E46-5A2E45B0BD3C}"/>
              </a:ext>
            </a:extLst>
          </p:cNvPr>
          <p:cNvSpPr/>
          <p:nvPr/>
        </p:nvSpPr>
        <p:spPr>
          <a:xfrm>
            <a:off x="1386500" y="5890515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手作り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3" name="Rounded Rectangle 28">
            <a:extLst>
              <a:ext uri="{FF2B5EF4-FFF2-40B4-BE49-F238E27FC236}">
                <a16:creationId xmlns:a16="http://schemas.microsoft.com/office/drawing/2014/main" id="{19A5342F-0521-4E1D-868F-0821938C6C89}"/>
              </a:ext>
            </a:extLst>
          </p:cNvPr>
          <p:cNvSpPr/>
          <p:nvPr/>
        </p:nvSpPr>
        <p:spPr>
          <a:xfrm>
            <a:off x="4819875" y="5890515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てづくり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3E9804-964C-490A-9EF1-DCB55F1A9A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774" y="4128051"/>
            <a:ext cx="4056226" cy="15660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36ED02B-2EB8-E648-A8DF-C885855AB6EB}"/>
              </a:ext>
            </a:extLst>
          </p:cNvPr>
          <p:cNvSpPr/>
          <p:nvPr/>
        </p:nvSpPr>
        <p:spPr>
          <a:xfrm>
            <a:off x="1384525" y="3432961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作文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E43DD14-3E79-9544-98E8-B10CEA5750C3}"/>
              </a:ext>
            </a:extLst>
          </p:cNvPr>
          <p:cNvSpPr/>
          <p:nvPr/>
        </p:nvSpPr>
        <p:spPr>
          <a:xfrm>
            <a:off x="4817900" y="3432961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さくぶん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DD43EF-3D84-8D45-90BB-48ADB810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E5CAE-B179-D34C-A861-B9C02D472B9C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B96E5-CD83-9141-896D-95F8770B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94750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  <p:bldP spid="18" grpId="0" animBg="1"/>
      <p:bldP spid="20" grpId="0" animBg="1"/>
      <p:bldP spid="22" grpId="0" animBg="1"/>
      <p:bldP spid="23" grpId="0" animBg="1"/>
      <p:bldP spid="19" grpId="0" animBg="1"/>
      <p:bldP spid="2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5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72465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返事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72465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へんじ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6500" y="3737664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返信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3737664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へんしん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53999FC-16BC-1144-96DC-7EEC1496FC6B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DC5ACD-5037-4B4C-89C5-75A01F8E40FE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9C43C8-1F46-6C49-9025-96E992A05EFF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返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14F005F6-0A77-E94E-BF98-2B6065394BAB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PHẢN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B563353-6EA1-9A41-8F72-839FCAF684FD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へン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4D2052D-3E05-854D-8D34-C0579B0E2EA8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かえ・す</a:t>
            </a:r>
            <a:endParaRPr lang="en-US" sz="4000" dirty="0"/>
          </a:p>
        </p:txBody>
      </p:sp>
      <p:pic>
        <p:nvPicPr>
          <p:cNvPr id="5122" name="Picture 2" descr="「返」の書き順・筆順">
            <a:extLst>
              <a:ext uri="{FF2B5EF4-FFF2-40B4-BE49-F238E27FC236}">
                <a16:creationId xmlns:a16="http://schemas.microsoft.com/office/drawing/2014/main" id="{37530885-502C-4147-80A6-D31EB8D63EF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C373F-2923-F04A-B500-48C54C2CB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871A4-87BC-F14E-8DC1-2F729A3DF2F2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2A551-2821-1641-8C82-960A7EC12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9548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6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708611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読者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708611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どくしゃ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6500" y="3721622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送信者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3721622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そうしんしゃ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856A18-126E-1D46-954E-82BF9F6DE5A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AC9D870-9A1D-0349-8BB3-FC6A7FEBBA4F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B24A735-E7A3-184B-B573-541167BAB998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者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F672A-5E0D-4E49-988E-6589750C1334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3600" b="1" dirty="0">
                <a:solidFill>
                  <a:srgbClr val="FFC000"/>
                </a:solidFill>
              </a:rPr>
              <a:t>GIẢ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56E7243-1220-2246-AE7D-3A4F9DAC7D90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シャ</a:t>
            </a:r>
            <a:endParaRPr lang="en-US" sz="40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0266BB7-32C0-EB4A-84D8-7EE80C7D83CC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もの</a:t>
            </a:r>
            <a:endParaRPr lang="en-US" sz="4000" dirty="0"/>
          </a:p>
        </p:txBody>
      </p:sp>
      <p:pic>
        <p:nvPicPr>
          <p:cNvPr id="6146" name="Picture 2" descr="「者」の書き順・筆順">
            <a:extLst>
              <a:ext uri="{FF2B5EF4-FFF2-40B4-BE49-F238E27FC236}">
                <a16:creationId xmlns:a16="http://schemas.microsoft.com/office/drawing/2014/main" id="{E7764407-F149-4AA0-876A-73216613AA8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7D90F18-14D7-4BC2-8E2A-1F22A920F4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093" y="3601710"/>
            <a:ext cx="3908278" cy="15422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Rounded Rectangle 27">
            <a:extLst>
              <a:ext uri="{FF2B5EF4-FFF2-40B4-BE49-F238E27FC236}">
                <a16:creationId xmlns:a16="http://schemas.microsoft.com/office/drawing/2014/main" id="{E7688C9C-4A60-4E4C-80A0-7C17632B48A0}"/>
              </a:ext>
            </a:extLst>
          </p:cNvPr>
          <p:cNvSpPr/>
          <p:nvPr/>
        </p:nvSpPr>
        <p:spPr>
          <a:xfrm>
            <a:off x="1386500" y="473463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学者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1" name="Rounded Rectangle 28">
            <a:extLst>
              <a:ext uri="{FF2B5EF4-FFF2-40B4-BE49-F238E27FC236}">
                <a16:creationId xmlns:a16="http://schemas.microsoft.com/office/drawing/2014/main" id="{03DE0742-EAA3-4642-ACE4-D2A4C214A0AA}"/>
              </a:ext>
            </a:extLst>
          </p:cNvPr>
          <p:cNvSpPr/>
          <p:nvPr/>
        </p:nvSpPr>
        <p:spPr>
          <a:xfrm>
            <a:off x="4819875" y="4734633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がくしゃ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2" name="Rounded Rectangle 27">
            <a:extLst>
              <a:ext uri="{FF2B5EF4-FFF2-40B4-BE49-F238E27FC236}">
                <a16:creationId xmlns:a16="http://schemas.microsoft.com/office/drawing/2014/main" id="{A2C979B9-9533-447A-AEA3-E9E72FBF3531}"/>
              </a:ext>
            </a:extLst>
          </p:cNvPr>
          <p:cNvSpPr/>
          <p:nvPr/>
        </p:nvSpPr>
        <p:spPr>
          <a:xfrm>
            <a:off x="1386500" y="571405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作者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2" name="Rounded Rectangle 28">
            <a:extLst>
              <a:ext uri="{FF2B5EF4-FFF2-40B4-BE49-F238E27FC236}">
                <a16:creationId xmlns:a16="http://schemas.microsoft.com/office/drawing/2014/main" id="{201AD792-8FB7-4E05-8713-FF437A3F2710}"/>
              </a:ext>
            </a:extLst>
          </p:cNvPr>
          <p:cNvSpPr/>
          <p:nvPr/>
        </p:nvSpPr>
        <p:spPr>
          <a:xfrm>
            <a:off x="4819875" y="5714053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さくしゃ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3BA7A-D451-8B4B-96FA-A2F979024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06413-CFDF-3747-964B-EFFC69ED5EEE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B18F2-4CC7-334B-8184-BF20D024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86573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6" grpId="0" animBg="1"/>
      <p:bldP spid="30" grpId="0" animBg="1"/>
      <p:bldP spid="31" grpId="0" animBg="1"/>
      <p:bldP spid="20" grpId="0" animBg="1"/>
      <p:bldP spid="21" grpId="0" animBg="1"/>
      <p:bldP spid="22" grpId="0" animBg="1"/>
      <p:bldP spid="3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7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002060"/>
                </a:solidFill>
              </a:rPr>
              <a:t>林業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りんぎょう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409252" y="3898084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小林さん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3898084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こばやしさん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3828A4-ED5E-9147-83E2-F7973E3A05E3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0D53AF-2A58-2E4A-951A-9CC0F1BD2369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CE5B9A8-96F8-4549-837A-EF5C97F8EE2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林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E35AB37-75CD-6F4B-9544-49B5B54FF8DF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C000"/>
                </a:solidFill>
              </a:rPr>
              <a:t>LÂM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F961459-C61F-E048-96A0-C283253521AB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リン</a:t>
            </a:r>
            <a:endParaRPr lang="en-US" sz="40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B6AEE7B-441B-7C4A-A924-26624BAFDD65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はやし</a:t>
            </a:r>
            <a:endParaRPr lang="en-US" sz="4000" dirty="0"/>
          </a:p>
        </p:txBody>
      </p:sp>
      <p:pic>
        <p:nvPicPr>
          <p:cNvPr id="7170" name="Picture 2" descr="「林」の書き順・筆順">
            <a:extLst>
              <a:ext uri="{FF2B5EF4-FFF2-40B4-BE49-F238E27FC236}">
                <a16:creationId xmlns:a16="http://schemas.microsoft.com/office/drawing/2014/main" id="{325F595B-BBDA-448B-AF81-A84FD3C487E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09643BE-993C-48AE-8803-18BD5A83A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463540">
            <a:off x="7013372" y="4037648"/>
            <a:ext cx="4861299" cy="18978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A0E42-4ADF-B64D-813B-A500EE32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4435-4F77-2047-8F9A-83237904AB78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215C00-EEF3-4F48-905C-CCD4DFDA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252746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0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8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森林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しんりん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4A4E8A-65D9-574D-B362-C08159301AA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94CBB47-003E-B24E-B9E7-019B857986E4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5817ED3-BF02-2545-90F4-7B6D5F61D2F2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森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7C5B83C-EEA8-BD4F-8AE3-45D413A29BF1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SÂM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9C510EA-FE3A-104A-A732-30E504BC789F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シン</a:t>
            </a:r>
            <a:endParaRPr lang="en-US" sz="4000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2CC7D63-21B3-5042-B7A4-AC2C412FE935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もり</a:t>
            </a:r>
            <a:endParaRPr lang="en-US" sz="4000" dirty="0"/>
          </a:p>
        </p:txBody>
      </p:sp>
      <p:pic>
        <p:nvPicPr>
          <p:cNvPr id="8194" name="Picture 2" descr="「森」の書き順・筆順">
            <a:extLst>
              <a:ext uri="{FF2B5EF4-FFF2-40B4-BE49-F238E27FC236}">
                <a16:creationId xmlns:a16="http://schemas.microsoft.com/office/drawing/2014/main" id="{DD578E87-0961-43A7-B2D9-ECFE55B85C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4E98E1-4A8F-4897-BF1E-373A6EAE6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66479">
            <a:off x="5209102" y="3936322"/>
            <a:ext cx="5786854" cy="226442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5A07D-232C-BA4A-8D17-3D24AD14C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9B89D-ACEE-6548-BB86-BFCFE3A7AA01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F5409E-BF13-F44F-8783-D15CBE9CF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2860532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6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9</a:t>
            </a:r>
            <a:endParaRPr lang="en-US" sz="4400" b="1" dirty="0">
              <a:solidFill>
                <a:srgbClr val="92D050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1F2541-846B-7F49-A86A-E7E4B6B4AC40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D205B-1255-D646-8BE4-619336C9AAB3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0C88A1B-7B8E-CC4A-A298-715BCA92B199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村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8CE7-D7B7-0641-B124-1CC75093B06F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THÔN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1E3F52F-D7C7-3948-8834-3AE2B036DE76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ソウ</a:t>
            </a:r>
            <a:endParaRPr lang="en-US" sz="4000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BA5C6C1-7503-3D47-AA57-F28C1ED1FB40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むら</a:t>
            </a:r>
            <a:endParaRPr lang="en-US" sz="4000" dirty="0"/>
          </a:p>
        </p:txBody>
      </p:sp>
      <p:sp>
        <p:nvSpPr>
          <p:cNvPr id="21" name="Rounded Rectangle 8">
            <a:extLst>
              <a:ext uri="{FF2B5EF4-FFF2-40B4-BE49-F238E27FC236}">
                <a16:creationId xmlns:a16="http://schemas.microsoft.com/office/drawing/2014/main" id="{08BFB072-9836-482B-8A24-261BD8949D18}"/>
              </a:ext>
            </a:extLst>
          </p:cNvPr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木村さん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4" name="Rounded Rectangle 26">
            <a:extLst>
              <a:ext uri="{FF2B5EF4-FFF2-40B4-BE49-F238E27FC236}">
                <a16:creationId xmlns:a16="http://schemas.microsoft.com/office/drawing/2014/main" id="{E58D6077-36D7-4350-9117-113C8B6F77AF}"/>
              </a:ext>
            </a:extLst>
          </p:cNvPr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きむらさん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9218" name="Picture 2" descr="「村」の書き順・筆順">
            <a:extLst>
              <a:ext uri="{FF2B5EF4-FFF2-40B4-BE49-F238E27FC236}">
                <a16:creationId xmlns:a16="http://schemas.microsoft.com/office/drawing/2014/main" id="{D84CDA4D-3D34-45AD-B6F3-68F3F5C5336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21178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0AD12CD-E770-4439-9ECB-80ABC046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3496" y="3875778"/>
            <a:ext cx="6445965" cy="25268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E44CB-A5B1-D249-A77B-DFE5972C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DDADD-0F8B-F645-8259-A9D8AA83B5D2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D96C4-C735-4942-8602-76742F816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106987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2" grpId="0" animBg="1"/>
      <p:bldP spid="21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10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山田さん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やまださん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6500" y="3898084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002060"/>
                </a:solidFill>
              </a:rPr>
              <a:t>ふじ山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3898084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2060"/>
                </a:solidFill>
              </a:rPr>
              <a:t>〜</a:t>
            </a:r>
            <a:r>
              <a:rPr lang="ja-JP" altLang="en-US" sz="4000" b="1">
                <a:solidFill>
                  <a:srgbClr val="002060"/>
                </a:solidFill>
              </a:rPr>
              <a:t>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86500" y="4844519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火山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797124" y="4844519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かざん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E31B6F6-B4FA-6542-B92D-1CFF7F67ACAE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486391-0397-9D41-8BC7-8D9E5B7C1346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883523-27EB-9F46-BE6E-C4D0029FFFDA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山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67B76BD-62D8-7A4E-A2FF-EF23BAB8D176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SƠN</a:t>
            </a:r>
            <a:endParaRPr lang="en-US" sz="3600" b="1" dirty="0">
              <a:solidFill>
                <a:srgbClr val="FFC000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2525122F-702A-7146-8F18-CAC5C8918F65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サン</a:t>
            </a:r>
            <a:endParaRPr lang="en-US" sz="4000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6432359-47E2-894D-A424-B970FC2739EE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やま</a:t>
            </a:r>
            <a:endParaRPr lang="en-US" sz="4000" dirty="0"/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BB2F1F4C-04D3-4747-AAB8-1CBCE20FAECB}"/>
              </a:ext>
            </a:extLst>
          </p:cNvPr>
          <p:cNvSpPr/>
          <p:nvPr/>
        </p:nvSpPr>
        <p:spPr>
          <a:xfrm>
            <a:off x="1386499" y="5713799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山車</a:t>
            </a:r>
            <a:endParaRPr lang="ja-JP" altLang="en-US" sz="4000" b="1" dirty="0">
              <a:solidFill>
                <a:srgbClr val="002060"/>
              </a:solidFill>
            </a:endParaRPr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8351470D-48ED-44EE-B337-B0A9571E011F}"/>
              </a:ext>
            </a:extLst>
          </p:cNvPr>
          <p:cNvSpPr/>
          <p:nvPr/>
        </p:nvSpPr>
        <p:spPr>
          <a:xfrm>
            <a:off x="4797124" y="5713800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だし</a:t>
            </a:r>
            <a:endParaRPr lang="en-US" sz="4000" b="1" dirty="0">
              <a:solidFill>
                <a:srgbClr val="002060"/>
              </a:solidFill>
            </a:endParaRPr>
          </a:p>
        </p:txBody>
      </p:sp>
      <p:pic>
        <p:nvPicPr>
          <p:cNvPr id="10242" name="Picture 2" descr="「山」の書き順・筆順">
            <a:extLst>
              <a:ext uri="{FF2B5EF4-FFF2-40B4-BE49-F238E27FC236}">
                <a16:creationId xmlns:a16="http://schemas.microsoft.com/office/drawing/2014/main" id="{2FC4517E-2C06-4A0F-B618-1F76E855103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1AE7F5-EF7A-413D-9C2B-F745C9819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782" y="2897713"/>
            <a:ext cx="3471795" cy="13206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 descr="祇園祭の山鉾のイラスト | かわいいフリー素材集 いらすとや">
            <a:extLst>
              <a:ext uri="{FF2B5EF4-FFF2-40B4-BE49-F238E27FC236}">
                <a16:creationId xmlns:a16="http://schemas.microsoft.com/office/drawing/2014/main" id="{3861CFB2-785D-E24C-AE4B-1D0A0DD08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8113" y="4258465"/>
            <a:ext cx="2079735" cy="2666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041EF5-97F1-2541-97B8-9D4525A48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0488B-F63C-2E4E-BD6B-6CD6844DF07C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670DD-1769-054F-B0E7-D7C612D9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419574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20" grpId="0" animBg="1"/>
      <p:bldP spid="22" grpId="0" animBg="1"/>
      <p:bldP spid="30" grpId="0" animBg="1"/>
      <p:bldP spid="31" grpId="0" animBg="1"/>
      <p:bldP spid="32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11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002060"/>
                </a:solidFill>
              </a:rPr>
              <a:t>小川さん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002060"/>
                </a:solidFill>
              </a:rPr>
              <a:t>おがわさん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7BF959-B4A4-A548-A209-FF4B796C62FA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93F1889-BD51-024D-9291-C045F46533AC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7A37F41-FFDC-F44F-8A87-7F8E2418513D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川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9ED5B73-6C5E-F14D-BF37-9D52698BF100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200" b="1" dirty="0">
                <a:solidFill>
                  <a:srgbClr val="FFC000"/>
                </a:solidFill>
              </a:rPr>
              <a:t>XUYÊN</a:t>
            </a:r>
            <a:endParaRPr lang="en-US" sz="3200" b="1" dirty="0">
              <a:solidFill>
                <a:srgbClr val="FFC000"/>
              </a:solidFill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47591C1-DB13-E14F-956E-78A07B2C8C47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セン</a:t>
            </a:r>
            <a:endParaRPr lang="en-US" sz="4000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56ADA3-A922-4A41-8E54-6592AD23A90B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かわ</a:t>
            </a:r>
            <a:endParaRPr lang="en-US" sz="4000" dirty="0"/>
          </a:p>
        </p:txBody>
      </p:sp>
      <p:pic>
        <p:nvPicPr>
          <p:cNvPr id="11266" name="Picture 2" descr="「川」の書き順・筆順">
            <a:extLst>
              <a:ext uri="{FF2B5EF4-FFF2-40B4-BE49-F238E27FC236}">
                <a16:creationId xmlns:a16="http://schemas.microsoft.com/office/drawing/2014/main" id="{6C319BBB-FE91-4E98-A568-3F11837B5F4C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0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2974A9D-2F06-4ED4-81B9-B01D49E29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182" y="4004161"/>
            <a:ext cx="6544056" cy="25004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AD51C-2078-2543-8EF7-598663977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62AE-3D0B-CE4C-9EFF-6663B2D5C41E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5A7FE-B51F-7545-A90F-6E574225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134255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0" y="316498"/>
            <a:ext cx="1159379" cy="9144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400" b="1" dirty="0">
                <a:solidFill>
                  <a:srgbClr val="92D050"/>
                </a:solidFill>
              </a:rPr>
              <a:t>12</a:t>
            </a:r>
            <a:endParaRPr lang="en-US" sz="44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09252" y="2885073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～様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819876" y="2885073"/>
            <a:ext cx="3033206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>
                <a:solidFill>
                  <a:srgbClr val="002060"/>
                </a:solidFill>
              </a:rPr>
              <a:t>～さま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386500" y="3898084"/>
            <a:ext cx="2420101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様子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819875" y="3898084"/>
            <a:ext cx="3033207" cy="7207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2060"/>
                </a:solidFill>
              </a:rPr>
              <a:t>ようす</a:t>
            </a:r>
            <a:endParaRPr lang="en-US" sz="4000" b="1" dirty="0">
              <a:solidFill>
                <a:srgbClr val="00206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8CE3962-536C-4541-89AD-4A8704427D0F}"/>
              </a:ext>
            </a:extLst>
          </p:cNvPr>
          <p:cNvGrpSpPr/>
          <p:nvPr/>
        </p:nvGrpSpPr>
        <p:grpSpPr>
          <a:xfrm>
            <a:off x="1248424" y="129618"/>
            <a:ext cx="7729224" cy="2355533"/>
            <a:chOff x="-144329" y="248495"/>
            <a:chExt cx="7108371" cy="23555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E45A5D-63E5-0646-85F7-A08090A01871}"/>
                </a:ext>
              </a:extLst>
            </p:cNvPr>
            <p:cNvSpPr/>
            <p:nvPr/>
          </p:nvSpPr>
          <p:spPr>
            <a:xfrm>
              <a:off x="-144329" y="248495"/>
              <a:ext cx="7108371" cy="2355533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2F803A9-51F9-DD49-ACF1-4FD6A9941C87}"/>
                </a:ext>
              </a:extLst>
            </p:cNvPr>
            <p:cNvSpPr txBox="1"/>
            <p:nvPr/>
          </p:nvSpPr>
          <p:spPr>
            <a:xfrm>
              <a:off x="1938387" y="698782"/>
              <a:ext cx="1371600" cy="1323439"/>
            </a:xfrm>
            <a:prstGeom prst="rect">
              <a:avLst/>
            </a:prstGeom>
            <a:solidFill>
              <a:schemeClr val="tx2">
                <a:lumMod val="1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8000" b="1" dirty="0">
                  <a:solidFill>
                    <a:srgbClr val="FFFF00"/>
                  </a:solidFill>
                </a:rPr>
                <a:t>様</a:t>
              </a:r>
              <a:endParaRPr lang="en-US" sz="8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6B4BBB3E-5A21-6848-83CD-C35D5FA5602F}"/>
              </a:ext>
            </a:extLst>
          </p:cNvPr>
          <p:cNvSpPr/>
          <p:nvPr/>
        </p:nvSpPr>
        <p:spPr>
          <a:xfrm>
            <a:off x="1552062" y="783818"/>
            <a:ext cx="1673524" cy="894159"/>
          </a:xfrm>
          <a:prstGeom prst="rect">
            <a:avLst/>
          </a:prstGeom>
          <a:solidFill>
            <a:schemeClr val="tx2">
              <a:lumMod val="2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FFC000"/>
                </a:solidFill>
              </a:rPr>
              <a:t>DẠNG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6042B35-48F3-E64A-B7C1-D525E924347A}"/>
              </a:ext>
            </a:extLst>
          </p:cNvPr>
          <p:cNvSpPr/>
          <p:nvPr/>
        </p:nvSpPr>
        <p:spPr>
          <a:xfrm>
            <a:off x="5326435" y="246722"/>
            <a:ext cx="3260974" cy="78173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ヨウ</a:t>
            </a:r>
            <a:endParaRPr lang="en-US" sz="4000" dirty="0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60DD107-ECEB-6447-BA77-1BE313FF6E85}"/>
              </a:ext>
            </a:extLst>
          </p:cNvPr>
          <p:cNvSpPr/>
          <p:nvPr/>
        </p:nvSpPr>
        <p:spPr>
          <a:xfrm>
            <a:off x="5326435" y="1180692"/>
            <a:ext cx="3260974" cy="119924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000" dirty="0"/>
              <a:t>さま</a:t>
            </a:r>
            <a:endParaRPr lang="en-US" sz="4000" dirty="0"/>
          </a:p>
        </p:txBody>
      </p:sp>
      <p:pic>
        <p:nvPicPr>
          <p:cNvPr id="12290" name="Picture 2" descr="「様」の書き順・筆順">
            <a:extLst>
              <a:ext uri="{FF2B5EF4-FFF2-40B4-BE49-F238E27FC236}">
                <a16:creationId xmlns:a16="http://schemas.microsoft.com/office/drawing/2014/main" id="{04CF7841-5A0C-4987-8B2D-51A8E49FAD6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7648" y="2631"/>
            <a:ext cx="32004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209453A-8600-4398-8CA1-EA08C1033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83072">
            <a:off x="3493235" y="4482329"/>
            <a:ext cx="5205528" cy="238995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BADE5F-A55D-6149-B0D4-5B0AA2206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2B55E-4AD7-F945-9DEE-44EAEF65315B}" type="datetime1">
              <a:rPr lang="en-US" smtClean="0"/>
              <a:t>12/7/21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C7A5D-8DF7-2540-AE32-ED44AEB4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3980756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7" grpId="0" animBg="1"/>
      <p:bldP spid="28" grpId="0" animBg="1"/>
      <p:bldP spid="29" grpId="0" animBg="1"/>
      <p:bldP spid="34" grpId="0" animBg="1"/>
      <p:bldP spid="35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18938-FFDC-BC44-B7DC-5B94F310E366}"/>
              </a:ext>
            </a:extLst>
          </p:cNvPr>
          <p:cNvSpPr/>
          <p:nvPr/>
        </p:nvSpPr>
        <p:spPr>
          <a:xfrm>
            <a:off x="4094896" y="284105"/>
            <a:ext cx="4002208" cy="120263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読める？</a:t>
            </a:r>
            <a:endParaRPr lang="en-US" sz="7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ECC0A0A-2940-9049-80AE-5B104112E43E}"/>
              </a:ext>
            </a:extLst>
          </p:cNvPr>
          <p:cNvSpPr/>
          <p:nvPr/>
        </p:nvSpPr>
        <p:spPr>
          <a:xfrm>
            <a:off x="2442509" y="2708238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山車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3554D0-2C49-A747-996C-43D9A7C24F96}"/>
              </a:ext>
            </a:extLst>
          </p:cNvPr>
          <p:cNvSpPr/>
          <p:nvPr/>
        </p:nvSpPr>
        <p:spPr>
          <a:xfrm>
            <a:off x="2442509" y="3983236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返信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8436DE-45F0-2841-83D2-43349CBB93EE}"/>
              </a:ext>
            </a:extLst>
          </p:cNvPr>
          <p:cNvSpPr/>
          <p:nvPr/>
        </p:nvSpPr>
        <p:spPr>
          <a:xfrm>
            <a:off x="6096000" y="2708237"/>
            <a:ext cx="3433573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だし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B59808-61F8-A247-B116-08C43683AC45}"/>
              </a:ext>
            </a:extLst>
          </p:cNvPr>
          <p:cNvSpPr/>
          <p:nvPr/>
        </p:nvSpPr>
        <p:spPr>
          <a:xfrm>
            <a:off x="6096000" y="3977162"/>
            <a:ext cx="3433573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へんしん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A3FDF8-935E-0146-BFB4-050BA97D1E2B}"/>
              </a:ext>
            </a:extLst>
          </p:cNvPr>
          <p:cNvSpPr/>
          <p:nvPr/>
        </p:nvSpPr>
        <p:spPr>
          <a:xfrm>
            <a:off x="2442509" y="5490303"/>
            <a:ext cx="2705296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 err="1">
                <a:solidFill>
                  <a:srgbClr val="92D050"/>
                </a:solidFill>
              </a:rPr>
              <a:t>運転手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4DB57D-99F5-3B44-8E95-0CAB9543E977}"/>
              </a:ext>
            </a:extLst>
          </p:cNvPr>
          <p:cNvSpPr/>
          <p:nvPr/>
        </p:nvSpPr>
        <p:spPr>
          <a:xfrm>
            <a:off x="6096000" y="5484229"/>
            <a:ext cx="3433573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うんてんしゅ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5FBFB0-A04B-C94C-BF38-30ABEEAB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D5E3D-3DEC-134A-BAEE-58AFFAD01233}" type="datetime1">
              <a:rPr lang="en-US" smtClean="0"/>
              <a:t>12/7/21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784C245-D115-4145-811B-0602C916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50648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4094896" y="284105"/>
            <a:ext cx="4002208" cy="1202633"/>
          </a:xfrm>
          <a:prstGeom prst="round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70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C0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ea typeface="HGPSoeiKakupoptai" panose="040B0A00000000000000" pitchFamily="50" charset="-128"/>
              </a:rPr>
              <a:t>読める？</a:t>
            </a:r>
            <a:endParaRPr lang="en-US" sz="70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C000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ea typeface="HGPSoeiKakupoptai" panose="040B0A00000000000000" pitchFamily="50" charset="-128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884845" y="3641471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 dirty="0">
                <a:solidFill>
                  <a:srgbClr val="92D050"/>
                </a:solidFill>
              </a:rPr>
              <a:t>温泉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070636" y="2128207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砂糖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95738" y="3641470"/>
            <a:ext cx="2792478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おんせん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F1EBED-94A3-D344-B30E-C3288B292822}"/>
              </a:ext>
            </a:extLst>
          </p:cNvPr>
          <p:cNvSpPr/>
          <p:nvPr/>
        </p:nvSpPr>
        <p:spPr>
          <a:xfrm>
            <a:off x="3975637" y="2128207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さとう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ECC22-2655-6E4B-A9AC-F880C82241E3}"/>
              </a:ext>
            </a:extLst>
          </p:cNvPr>
          <p:cNvSpPr txBox="1"/>
          <p:nvPr/>
        </p:nvSpPr>
        <p:spPr>
          <a:xfrm>
            <a:off x="0" y="243128"/>
            <a:ext cx="585738" cy="2605842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US" sz="2400" i="1" dirty="0" err="1">
                <a:solidFill>
                  <a:schemeClr val="accent1"/>
                </a:solidFill>
              </a:rPr>
              <a:t>もうちょっと</a:t>
            </a:r>
            <a:r>
              <a:rPr lang="en-US" sz="2400" i="1" dirty="0">
                <a:solidFill>
                  <a:schemeClr val="accent1"/>
                </a:solidFill>
              </a:rPr>
              <a:t>！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1AC5531-7AA9-7A4D-AF6A-EC48A4CAA429}"/>
              </a:ext>
            </a:extLst>
          </p:cNvPr>
          <p:cNvSpPr/>
          <p:nvPr/>
        </p:nvSpPr>
        <p:spPr>
          <a:xfrm>
            <a:off x="1070636" y="5377994"/>
            <a:ext cx="2420101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4800" b="1" dirty="0">
                <a:solidFill>
                  <a:srgbClr val="92D050"/>
                </a:solidFill>
              </a:rPr>
              <a:t>無料</a:t>
            </a:r>
            <a:endParaRPr lang="en-US" sz="4800" b="1" dirty="0">
              <a:solidFill>
                <a:srgbClr val="92D050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D23638-BCD0-D841-AC35-5E85770166F9}"/>
              </a:ext>
            </a:extLst>
          </p:cNvPr>
          <p:cNvSpPr/>
          <p:nvPr/>
        </p:nvSpPr>
        <p:spPr>
          <a:xfrm>
            <a:off x="3975637" y="5332915"/>
            <a:ext cx="2792478" cy="720763"/>
          </a:xfrm>
          <a:prstGeom prst="roundRect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4800" b="1">
                <a:solidFill>
                  <a:srgbClr val="92D050"/>
                </a:solidFill>
              </a:rPr>
              <a:t>むりょう</a:t>
            </a:r>
            <a:endParaRPr lang="en-US" sz="4800" b="1" dirty="0">
              <a:solidFill>
                <a:srgbClr val="92D050"/>
              </a:solidFill>
            </a:endParaRPr>
          </a:p>
        </p:txBody>
      </p:sp>
      <p:pic>
        <p:nvPicPr>
          <p:cNvPr id="2050" name="Picture 2" descr="砂糖のイラスト | かわいいフリー素材集 いらすとや">
            <a:extLst>
              <a:ext uri="{FF2B5EF4-FFF2-40B4-BE49-F238E27FC236}">
                <a16:creationId xmlns:a16="http://schemas.microsoft.com/office/drawing/2014/main" id="{A45C89D4-8FEE-C247-9FBD-85729939E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172" y="276097"/>
            <a:ext cx="1470228" cy="172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温泉に入る動物たちのイラスト | かわいいフリー素材集 いらすとや">
            <a:extLst>
              <a:ext uri="{FF2B5EF4-FFF2-40B4-BE49-F238E27FC236}">
                <a16:creationId xmlns:a16="http://schemas.microsoft.com/office/drawing/2014/main" id="{773AF84D-8BC3-7745-B7EB-42A901966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4349" y="1013945"/>
            <a:ext cx="3427015" cy="269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知らないと損！】クーポンコードや無料でライセンスキーを取得する方法 | TunePat">
            <a:extLst>
              <a:ext uri="{FF2B5EF4-FFF2-40B4-BE49-F238E27FC236}">
                <a16:creationId xmlns:a16="http://schemas.microsoft.com/office/drawing/2014/main" id="{3966BE10-91A6-8D4D-BFB3-BE7E8FE86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7104" y="4505079"/>
            <a:ext cx="2239605" cy="222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852822-2BB9-EB48-B510-A28B4C85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BB9F9-EC6B-E54A-928D-01B018FFA639}" type="datetime1">
              <a:rPr lang="en-US" smtClean="0"/>
              <a:t>12/7/21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83AA7-5C77-7D4B-AFE5-AE23DD086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60695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1" y="2033588"/>
            <a:ext cx="11807686" cy="317451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9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ありがとう</a:t>
            </a:r>
            <a:endParaRPr lang="vi-VN" altLang="ja-JP" sz="9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  <a:p>
            <a:pPr algn="ctr"/>
            <a:r>
              <a:rPr lang="ja-JP" altLang="en-US" sz="9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HGPSoeiKakupoptai" panose="040B0A00000000000000" pitchFamily="50" charset="-128"/>
                <a:ea typeface="HGPSoeiKakupoptai" panose="040B0A00000000000000" pitchFamily="50" charset="-128"/>
              </a:rPr>
              <a:t>ございます！</a:t>
            </a:r>
            <a:endParaRPr lang="en-US" sz="96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HGPSoeiKakupoptai" panose="040B0A00000000000000" pitchFamily="50" charset="-128"/>
              <a:ea typeface="HGPSoeiKakupoptai" panose="040B0A00000000000000" pitchFamily="50" charset="-128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6893C-97CF-E945-BF66-D755BED54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7ED40-5A5F-2242-AA51-A957E89067EA}" type="datetime1">
              <a:rPr lang="en-US" smtClean="0"/>
              <a:t>12/7/21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60283-153A-FA4D-8AD9-FC1324297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Anhnn59</a:t>
            </a:r>
          </a:p>
        </p:txBody>
      </p:sp>
    </p:spTree>
    <p:extLst>
      <p:ext uri="{BB962C8B-B14F-4D97-AF65-F5344CB8AC3E}">
        <p14:creationId xmlns:p14="http://schemas.microsoft.com/office/powerpoint/2010/main" val="724260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2&quot; unique_id=&quot;12805&quot;&gt;&lt;object type=&quot;3&quot; unique_id=&quot;12806&quot;&gt;&lt;property id=&quot;20148&quot; value=&quot;5&quot;/&gt;&lt;property id=&quot;20300&quot; value=&quot;Slide 1&quot;/&gt;&lt;property id=&quot;20307&quot; value=&quot;258&quot;/&gt;&lt;/object&gt;&lt;object type=&quot;3&quot; unique_id=&quot;12807&quot;&gt;&lt;property id=&quot;20148&quot; value=&quot;5&quot;/&gt;&lt;property id=&quot;20300&quot; value=&quot;Slide 4&quot;/&gt;&lt;property id=&quot;20307&quot; value=&quot;259&quot;/&gt;&lt;/object&gt;&lt;object type=&quot;3&quot; unique_id=&quot;12808&quot;&gt;&lt;property id=&quot;20148&quot; value=&quot;5&quot;/&gt;&lt;property id=&quot;20300&quot; value=&quot;Slide 14&quot;/&gt;&lt;property id=&quot;20307&quot; value=&quot;264&quot;/&gt;&lt;/object&gt;&lt;object type=&quot;3&quot; unique_id=&quot;12839&quot;&gt;&lt;property id=&quot;20148&quot; value=&quot;5&quot;/&gt;&lt;property id=&quot;20300&quot; value=&quot;Slide 5&quot;/&gt;&lt;property id=&quot;20307&quot; value=&quot;265&quot;/&gt;&lt;/object&gt;&lt;object type=&quot;3&quot; unique_id=&quot;12888&quot;&gt;&lt;property id=&quot;20148&quot; value=&quot;5&quot;/&gt;&lt;property id=&quot;20300&quot; value=&quot;Slide 6&quot;/&gt;&lt;property id=&quot;20307&quot; value=&quot;266&quot;/&gt;&lt;/object&gt;&lt;object type=&quot;3&quot; unique_id=&quot;12889&quot;&gt;&lt;property id=&quot;20148&quot; value=&quot;5&quot;/&gt;&lt;property id=&quot;20300&quot; value=&quot;Slide 8&quot;/&gt;&lt;property id=&quot;20307&quot; value=&quot;267&quot;/&gt;&lt;/object&gt;&lt;object type=&quot;3&quot; unique_id=&quot;12890&quot;&gt;&lt;property id=&quot;20148&quot; value=&quot;5&quot;/&gt;&lt;property id=&quot;20300&quot; value=&quot;Slide 9&quot;/&gt;&lt;property id=&quot;20307&quot; value=&quot;268&quot;/&gt;&lt;/object&gt;&lt;object type=&quot;3&quot; unique_id=&quot;12891&quot;&gt;&lt;property id=&quot;20148&quot; value=&quot;5&quot;/&gt;&lt;property id=&quot;20300&quot; value=&quot;Slide 7&quot;/&gt;&lt;property id=&quot;20307&quot; value=&quot;269&quot;/&gt;&lt;/object&gt;&lt;object type=&quot;3&quot; unique_id=&quot;33935&quot;&gt;&lt;property id=&quot;20148&quot; value=&quot;5&quot;/&gt;&lt;property id=&quot;20300&quot; value=&quot;Slide 2&quot;/&gt;&lt;property id=&quot;20307&quot; value=&quot;274&quot;/&gt;&lt;/object&gt;&lt;object type=&quot;3&quot; unique_id=&quot;33936&quot;&gt;&lt;property id=&quot;20148&quot; value=&quot;5&quot;/&gt;&lt;property id=&quot;20300&quot; value=&quot;Slide 10&quot;/&gt;&lt;property id=&quot;20307&quot; value=&quot;273&quot;/&gt;&lt;/object&gt;&lt;object type=&quot;3&quot; unique_id=&quot;35537&quot;&gt;&lt;property id=&quot;20148&quot; value=&quot;5&quot;/&gt;&lt;property id=&quot;20300&quot; value=&quot;Slide 3&quot;/&gt;&lt;property id=&quot;20307&quot; value=&quot;275&quot;/&gt;&lt;/object&gt;&lt;object type=&quot;3&quot; unique_id=&quot;35538&quot;&gt;&lt;property id=&quot;20148&quot; value=&quot;5&quot;/&gt;&lt;property id=&quot;20300&quot; value=&quot;Slide 11&quot;/&gt;&lt;property id=&quot;20307&quot; value=&quot;278&quot;/&gt;&lt;/object&gt;&lt;object type=&quot;3&quot; unique_id=&quot;35539&quot;&gt;&lt;property id=&quot;20148&quot; value=&quot;5&quot;/&gt;&lt;property id=&quot;20300&quot; value=&quot;Slide 12&quot;/&gt;&lt;property id=&quot;20307&quot; value=&quot;277&quot;/&gt;&lt;/object&gt;&lt;object type=&quot;3&quot; unique_id=&quot;35540&quot;&gt;&lt;property id=&quot;20148&quot; value=&quot;5&quot;/&gt;&lt;property id=&quot;20300&quot; value=&quot;Slide 13&quot;/&gt;&lt;property id=&quot;20307&quot; value=&quot;276&quot;/&gt;&lt;/object&gt;&lt;/object&gt;&lt;object type=&quot;8&quot; unique_id=&quot;12813&quot;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titched Border">
      <a:dk1>
        <a:srgbClr val="000000"/>
      </a:dk1>
      <a:lt1>
        <a:srgbClr val="FFFFFF"/>
      </a:lt1>
      <a:dk2>
        <a:srgbClr val="115981"/>
      </a:dk2>
      <a:lt2>
        <a:srgbClr val="E4DAC9"/>
      </a:lt2>
      <a:accent1>
        <a:srgbClr val="115981"/>
      </a:accent1>
      <a:accent2>
        <a:srgbClr val="4D5E31"/>
      </a:accent2>
      <a:accent3>
        <a:srgbClr val="B96934"/>
      </a:accent3>
      <a:accent4>
        <a:srgbClr val="458192"/>
      </a:accent4>
      <a:accent5>
        <a:srgbClr val="8D1120"/>
      </a:accent5>
      <a:accent6>
        <a:srgbClr val="AF9F8B"/>
      </a:accent6>
      <a:hlink>
        <a:srgbClr val="B96934"/>
      </a:hlink>
      <a:folHlink>
        <a:srgbClr val="7F7F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94DB5B3F-8133-4C47-A120-6F3ACAE5D1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{2780D6B7-C0F7-3541-BC1A-AE8E1D238AC9}tf16401378</Template>
  <TotalTime>0</TotalTime>
  <Words>267</Words>
  <Application>Microsoft Macintosh PowerPoint</Application>
  <PresentationFormat>Widescreen</PresentationFormat>
  <Paragraphs>222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HGMaruGothicMPRO</vt:lpstr>
      <vt:lpstr>HGPSoeiKakupoptai</vt:lpstr>
      <vt:lpstr>MS Shell Dlg 2</vt:lpstr>
      <vt:lpstr>NtMotoyaKyotai</vt:lpstr>
      <vt:lpstr>Arial</vt:lpstr>
      <vt:lpstr>Arial Rounded MT Bold</vt:lpstr>
      <vt:lpstr>Cavolini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2014-08-29T22:47:40Z</dcterms:created>
  <dcterms:modified xsi:type="dcterms:W3CDTF">2021-12-08T10:02:01Z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TC034313719991</vt:lpwstr>
  </property>
</Properties>
</file>